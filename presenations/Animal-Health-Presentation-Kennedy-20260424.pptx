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4"/>
  </p:sldMasterIdLst>
  <p:notesMasterIdLst>
    <p:notesMasterId r:id="rId24"/>
  </p:notesMasterIdLst>
  <p:handoutMasterIdLst>
    <p:handoutMasterId r:id="rId25"/>
  </p:handoutMasterIdLst>
  <p:sldIdLst>
    <p:sldId id="698" r:id="rId5"/>
    <p:sldId id="708" r:id="rId6"/>
    <p:sldId id="715" r:id="rId7"/>
    <p:sldId id="709" r:id="rId8"/>
    <p:sldId id="713" r:id="rId9"/>
    <p:sldId id="725" r:id="rId10"/>
    <p:sldId id="714" r:id="rId11"/>
    <p:sldId id="711" r:id="rId12"/>
    <p:sldId id="710" r:id="rId13"/>
    <p:sldId id="719" r:id="rId14"/>
    <p:sldId id="716" r:id="rId15"/>
    <p:sldId id="718" r:id="rId16"/>
    <p:sldId id="717" r:id="rId17"/>
    <p:sldId id="722" r:id="rId18"/>
    <p:sldId id="721" r:id="rId19"/>
    <p:sldId id="724" r:id="rId20"/>
    <p:sldId id="723" r:id="rId21"/>
    <p:sldId id="720" r:id="rId22"/>
    <p:sldId id="688" r:id="rId2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llantyne, Peter (ILRI)" initials="" lastIdx="13" clrIdx="0"/>
  <p:cmAuthor id="2" name="LeBorgne, Ewen" initials="" lastIdx="20" clrIdx="1"/>
  <p:cmAuthor id="3" name="Hack, Bernhard (ILRI)" initials="" lastIdx="6" clrIdx="2"/>
  <p:cmAuthor id="4" name="Victor, Michael (ILRI)" initials="" lastIdx="5" clrIdx="3"/>
  <p:cmAuthor id="5" name="Ferrari, Mireille (ILRI)" initials="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4B5597-7F40-499E-8063-1A7ADCD0A27C}" v="121" dt="2026-04-23T11:38:33.346"/>
    <p1510:client id="{C531C3D3-889F-4B42-9A4D-E374E4160A6F}" v="3" dt="2026-04-23T19:27:39.5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8" autoAdjust="0"/>
    <p:restoredTop sz="96327"/>
  </p:normalViewPr>
  <p:slideViewPr>
    <p:cSldViewPr snapToGrid="0" snapToObjects="1">
      <p:cViewPr varScale="1">
        <p:scale>
          <a:sx n="111" d="100"/>
          <a:sy n="111" d="100"/>
        </p:scale>
        <p:origin x="5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wangi, Kennedy (ILRI)" userId="d6f7610f-d49b-4f69-a633-2b309f4eb394" providerId="ADAL" clId="{13DDF35D-69A0-415C-98B7-B562357E22B6}"/>
    <pc:docChg chg="undo custSel addSld delSld modSld sldOrd">
      <pc:chgData name="Mwangi, Kennedy (ILRI)" userId="d6f7610f-d49b-4f69-a633-2b309f4eb394" providerId="ADAL" clId="{13DDF35D-69A0-415C-98B7-B562357E22B6}" dt="2026-04-23T11:38:46.733" v="2484" actId="2696"/>
      <pc:docMkLst>
        <pc:docMk/>
      </pc:docMkLst>
      <pc:sldChg chg="modSp mod">
        <pc:chgData name="Mwangi, Kennedy (ILRI)" userId="d6f7610f-d49b-4f69-a633-2b309f4eb394" providerId="ADAL" clId="{13DDF35D-69A0-415C-98B7-B562357E22B6}" dt="2026-04-20T08:18:41.851" v="87" actId="20577"/>
        <pc:sldMkLst>
          <pc:docMk/>
          <pc:sldMk cId="0" sldId="698"/>
        </pc:sldMkLst>
        <pc:spChg chg="mod">
          <ac:chgData name="Mwangi, Kennedy (ILRI)" userId="d6f7610f-d49b-4f69-a633-2b309f4eb394" providerId="ADAL" clId="{13DDF35D-69A0-415C-98B7-B562357E22B6}" dt="2026-04-20T08:18:41.851" v="87" actId="20577"/>
          <ac:spMkLst>
            <pc:docMk/>
            <pc:sldMk cId="0" sldId="698"/>
            <ac:spMk id="4" creationId="{0D751BA7-23F3-4E4F-8A93-B04B4B8452CE}"/>
          </ac:spMkLst>
        </pc:spChg>
      </pc:sldChg>
      <pc:sldChg chg="addSp delSp modSp mod">
        <pc:chgData name="Mwangi, Kennedy (ILRI)" userId="d6f7610f-d49b-4f69-a633-2b309f4eb394" providerId="ADAL" clId="{13DDF35D-69A0-415C-98B7-B562357E22B6}" dt="2026-04-22T08:44:45.648" v="1475" actId="14100"/>
        <pc:sldMkLst>
          <pc:docMk/>
          <pc:sldMk cId="0" sldId="708"/>
        </pc:sldMkLst>
        <pc:spChg chg="add mod">
          <ac:chgData name="Mwangi, Kennedy (ILRI)" userId="d6f7610f-d49b-4f69-a633-2b309f4eb394" providerId="ADAL" clId="{13DDF35D-69A0-415C-98B7-B562357E22B6}" dt="2026-04-22T08:38:48.628" v="1462" actId="113"/>
          <ac:spMkLst>
            <pc:docMk/>
            <pc:sldMk cId="0" sldId="708"/>
            <ac:spMk id="2" creationId="{B984AF34-B520-A74D-3CBF-04FC1E91ADF4}"/>
          </ac:spMkLst>
        </pc:spChg>
        <pc:spChg chg="mod">
          <ac:chgData name="Mwangi, Kennedy (ILRI)" userId="d6f7610f-d49b-4f69-a633-2b309f4eb394" providerId="ADAL" clId="{13DDF35D-69A0-415C-98B7-B562357E22B6}" dt="2026-04-20T12:08:23.671" v="381" actId="20577"/>
          <ac:spMkLst>
            <pc:docMk/>
            <pc:sldMk cId="0" sldId="708"/>
            <ac:spMk id="27649" creationId="{99C5C1CC-6403-7D41-BFEB-2ED4CDD1AD81}"/>
          </ac:spMkLst>
        </pc:spChg>
        <pc:picChg chg="add mod">
          <ac:chgData name="Mwangi, Kennedy (ILRI)" userId="d6f7610f-d49b-4f69-a633-2b309f4eb394" providerId="ADAL" clId="{13DDF35D-69A0-415C-98B7-B562357E22B6}" dt="2026-04-22T08:44:45.648" v="1475" actId="14100"/>
          <ac:picMkLst>
            <pc:docMk/>
            <pc:sldMk cId="0" sldId="708"/>
            <ac:picMk id="4" creationId="{08BF09DF-EB21-18B1-FB8B-23AF9AE84752}"/>
          </ac:picMkLst>
        </pc:picChg>
        <pc:picChg chg="add del mod">
          <ac:chgData name="Mwangi, Kennedy (ILRI)" userId="d6f7610f-d49b-4f69-a633-2b309f4eb394" providerId="ADAL" clId="{13DDF35D-69A0-415C-98B7-B562357E22B6}" dt="2026-04-22T08:41:48.690" v="1466" actId="478"/>
          <ac:picMkLst>
            <pc:docMk/>
            <pc:sldMk cId="0" sldId="708"/>
            <ac:picMk id="1026" creationId="{A9A8D6BA-4165-7005-E1A7-3954D737F0C1}"/>
          </ac:picMkLst>
        </pc:picChg>
      </pc:sldChg>
      <pc:sldChg chg="addSp delSp modSp add mod ord delAnim modAnim">
        <pc:chgData name="Mwangi, Kennedy (ILRI)" userId="d6f7610f-d49b-4f69-a633-2b309f4eb394" providerId="ADAL" clId="{13DDF35D-69A0-415C-98B7-B562357E22B6}" dt="2026-04-22T13:11:29.016" v="1518" actId="478"/>
        <pc:sldMkLst>
          <pc:docMk/>
          <pc:sldMk cId="2154753497" sldId="709"/>
        </pc:sldMkLst>
        <pc:spChg chg="add del mod ord">
          <ac:chgData name="Mwangi, Kennedy (ILRI)" userId="d6f7610f-d49b-4f69-a633-2b309f4eb394" providerId="ADAL" clId="{13DDF35D-69A0-415C-98B7-B562357E22B6}" dt="2026-04-22T07:10:37.508" v="934" actId="478"/>
          <ac:spMkLst>
            <pc:docMk/>
            <pc:sldMk cId="2154753497" sldId="709"/>
            <ac:spMk id="2" creationId="{115748C8-D203-6C39-5E19-2A17E7AA461D}"/>
          </ac:spMkLst>
        </pc:spChg>
        <pc:spChg chg="add mod">
          <ac:chgData name="Mwangi, Kennedy (ILRI)" userId="d6f7610f-d49b-4f69-a633-2b309f4eb394" providerId="ADAL" clId="{13DDF35D-69A0-415C-98B7-B562357E22B6}" dt="2026-04-22T07:31:45.360" v="1054" actId="1076"/>
          <ac:spMkLst>
            <pc:docMk/>
            <pc:sldMk cId="2154753497" sldId="709"/>
            <ac:spMk id="3" creationId="{4852B587-86AF-1459-FE61-EC129394A974}"/>
          </ac:spMkLst>
        </pc:spChg>
        <pc:spChg chg="add del mod">
          <ac:chgData name="Mwangi, Kennedy (ILRI)" userId="d6f7610f-d49b-4f69-a633-2b309f4eb394" providerId="ADAL" clId="{13DDF35D-69A0-415C-98B7-B562357E22B6}" dt="2026-04-22T07:08:18.648" v="908" actId="478"/>
          <ac:spMkLst>
            <pc:docMk/>
            <pc:sldMk cId="2154753497" sldId="709"/>
            <ac:spMk id="7" creationId="{DC19C2C2-39BA-67DC-24D9-CB462DAC0631}"/>
          </ac:spMkLst>
        </pc:spChg>
        <pc:spChg chg="add del mod">
          <ac:chgData name="Mwangi, Kennedy (ILRI)" userId="d6f7610f-d49b-4f69-a633-2b309f4eb394" providerId="ADAL" clId="{13DDF35D-69A0-415C-98B7-B562357E22B6}" dt="2026-04-22T13:11:29.016" v="1518" actId="478"/>
          <ac:spMkLst>
            <pc:docMk/>
            <pc:sldMk cId="2154753497" sldId="709"/>
            <ac:spMk id="8" creationId="{77C2D644-9E58-AAAE-E464-CBB08DDCC592}"/>
          </ac:spMkLst>
        </pc:spChg>
        <pc:spChg chg="add del mod">
          <ac:chgData name="Mwangi, Kennedy (ILRI)" userId="d6f7610f-d49b-4f69-a633-2b309f4eb394" providerId="ADAL" clId="{13DDF35D-69A0-415C-98B7-B562357E22B6}" dt="2026-04-22T07:09:04.038" v="914" actId="478"/>
          <ac:spMkLst>
            <pc:docMk/>
            <pc:sldMk cId="2154753497" sldId="709"/>
            <ac:spMk id="9" creationId="{B3D4EF53-9D37-CB0F-5688-DE37DEEE5FF9}"/>
          </ac:spMkLst>
        </pc:spChg>
        <pc:spChg chg="mod">
          <ac:chgData name="Mwangi, Kennedy (ILRI)" userId="d6f7610f-d49b-4f69-a633-2b309f4eb394" providerId="ADAL" clId="{13DDF35D-69A0-415C-98B7-B562357E22B6}" dt="2026-04-22T07:09:12.688" v="921" actId="20577"/>
          <ac:spMkLst>
            <pc:docMk/>
            <pc:sldMk cId="2154753497" sldId="709"/>
            <ac:spMk id="27649" creationId="{4A3E6EED-5FBE-651C-AB99-72CB2DA7C2D2}"/>
          </ac:spMkLst>
        </pc:spChg>
        <pc:grpChg chg="add del mod">
          <ac:chgData name="Mwangi, Kennedy (ILRI)" userId="d6f7610f-d49b-4f69-a633-2b309f4eb394" providerId="ADAL" clId="{13DDF35D-69A0-415C-98B7-B562357E22B6}" dt="2026-04-22T07:05:49.356" v="891" actId="478"/>
          <ac:grpSpMkLst>
            <pc:docMk/>
            <pc:sldMk cId="2154753497" sldId="709"/>
            <ac:grpSpMk id="2" creationId="{0ACB9441-38C9-E759-3FF5-83A2D68FEA00}"/>
          </ac:grpSpMkLst>
        </pc:grpChg>
        <pc:picChg chg="add del mod">
          <ac:chgData name="Mwangi, Kennedy (ILRI)" userId="d6f7610f-d49b-4f69-a633-2b309f4eb394" providerId="ADAL" clId="{13DDF35D-69A0-415C-98B7-B562357E22B6}" dt="2026-04-22T07:19:54.587" v="997" actId="478"/>
          <ac:picMkLst>
            <pc:docMk/>
            <pc:sldMk cId="2154753497" sldId="709"/>
            <ac:picMk id="5" creationId="{656E44A7-B849-A4AB-E21A-DA5FD32B1104}"/>
          </ac:picMkLst>
        </pc:picChg>
        <pc:picChg chg="add mod">
          <ac:chgData name="Mwangi, Kennedy (ILRI)" userId="d6f7610f-d49b-4f69-a633-2b309f4eb394" providerId="ADAL" clId="{13DDF35D-69A0-415C-98B7-B562357E22B6}" dt="2026-04-22T07:21:08.115" v="1004" actId="14100"/>
          <ac:picMkLst>
            <pc:docMk/>
            <pc:sldMk cId="2154753497" sldId="709"/>
            <ac:picMk id="7" creationId="{10D1C00F-ECE2-815C-2679-9D1E90B1911B}"/>
          </ac:picMkLst>
        </pc:picChg>
        <pc:picChg chg="add mod">
          <ac:chgData name="Mwangi, Kennedy (ILRI)" userId="d6f7610f-d49b-4f69-a633-2b309f4eb394" providerId="ADAL" clId="{13DDF35D-69A0-415C-98B7-B562357E22B6}" dt="2026-04-22T07:18:49.302" v="996" actId="14100"/>
          <ac:picMkLst>
            <pc:docMk/>
            <pc:sldMk cId="2154753497" sldId="709"/>
            <ac:picMk id="1026" creationId="{DD80DE55-2181-DB5B-0FBD-5D34F93E3345}"/>
          </ac:picMkLst>
        </pc:picChg>
      </pc:sldChg>
      <pc:sldChg chg="addSp delSp modSp add mod ord">
        <pc:chgData name="Mwangi, Kennedy (ILRI)" userId="d6f7610f-d49b-4f69-a633-2b309f4eb394" providerId="ADAL" clId="{13DDF35D-69A0-415C-98B7-B562357E22B6}" dt="2026-04-23T10:55:59.886" v="1691" actId="1076"/>
        <pc:sldMkLst>
          <pc:docMk/>
          <pc:sldMk cId="2362501134" sldId="710"/>
        </pc:sldMkLst>
        <pc:spChg chg="mod">
          <ac:chgData name="Mwangi, Kennedy (ILRI)" userId="d6f7610f-d49b-4f69-a633-2b309f4eb394" providerId="ADAL" clId="{13DDF35D-69A0-415C-98B7-B562357E22B6}" dt="2026-04-20T12:16:04.785" v="499" actId="113"/>
          <ac:spMkLst>
            <pc:docMk/>
            <pc:sldMk cId="2362501134" sldId="710"/>
            <ac:spMk id="27649" creationId="{2B0D4E5B-C1BC-835E-0407-FFD892B99C18}"/>
          </ac:spMkLst>
        </pc:spChg>
        <pc:picChg chg="add del mod">
          <ac:chgData name="Mwangi, Kennedy (ILRI)" userId="d6f7610f-d49b-4f69-a633-2b309f4eb394" providerId="ADAL" clId="{13DDF35D-69A0-415C-98B7-B562357E22B6}" dt="2026-04-23T10:55:33.789" v="1686" actId="478"/>
          <ac:picMkLst>
            <pc:docMk/>
            <pc:sldMk cId="2362501134" sldId="710"/>
            <ac:picMk id="2" creationId="{DB259FFF-30E1-7FBC-B5AA-9C3EE6393AED}"/>
          </ac:picMkLst>
        </pc:picChg>
        <pc:picChg chg="add mod">
          <ac:chgData name="Mwangi, Kennedy (ILRI)" userId="d6f7610f-d49b-4f69-a633-2b309f4eb394" providerId="ADAL" clId="{13DDF35D-69A0-415C-98B7-B562357E22B6}" dt="2026-04-23T10:55:59.886" v="1691" actId="1076"/>
          <ac:picMkLst>
            <pc:docMk/>
            <pc:sldMk cId="2362501134" sldId="710"/>
            <ac:picMk id="20" creationId="{FD50A780-8099-52CC-3806-8FBE548CF8A6}"/>
          </ac:picMkLst>
        </pc:picChg>
      </pc:sldChg>
      <pc:sldChg chg="addSp modSp add mod">
        <pc:chgData name="Mwangi, Kennedy (ILRI)" userId="d6f7610f-d49b-4f69-a633-2b309f4eb394" providerId="ADAL" clId="{13DDF35D-69A0-415C-98B7-B562357E22B6}" dt="2026-04-22T07:59:25.078" v="1056" actId="14100"/>
        <pc:sldMkLst>
          <pc:docMk/>
          <pc:sldMk cId="2060400441" sldId="711"/>
        </pc:sldMkLst>
        <pc:spChg chg="mod">
          <ac:chgData name="Mwangi, Kennedy (ILRI)" userId="d6f7610f-d49b-4f69-a633-2b309f4eb394" providerId="ADAL" clId="{13DDF35D-69A0-415C-98B7-B562357E22B6}" dt="2026-04-20T11:49:53.162" v="243" actId="20577"/>
          <ac:spMkLst>
            <pc:docMk/>
            <pc:sldMk cId="2060400441" sldId="711"/>
            <ac:spMk id="27649" creationId="{494D329D-5FB4-8DED-81C2-587A2EA3C95D}"/>
          </ac:spMkLst>
        </pc:spChg>
        <pc:picChg chg="add mod">
          <ac:chgData name="Mwangi, Kennedy (ILRI)" userId="d6f7610f-d49b-4f69-a633-2b309f4eb394" providerId="ADAL" clId="{13DDF35D-69A0-415C-98B7-B562357E22B6}" dt="2026-04-22T07:59:25.078" v="1056" actId="14100"/>
          <ac:picMkLst>
            <pc:docMk/>
            <pc:sldMk cId="2060400441" sldId="711"/>
            <ac:picMk id="2" creationId="{3CB57577-2E70-7CF4-BD34-7DCE47955990}"/>
          </ac:picMkLst>
        </pc:picChg>
      </pc:sldChg>
      <pc:sldChg chg="addSp delSp modSp add del mod">
        <pc:chgData name="Mwangi, Kennedy (ILRI)" userId="d6f7610f-d49b-4f69-a633-2b309f4eb394" providerId="ADAL" clId="{13DDF35D-69A0-415C-98B7-B562357E22B6}" dt="2026-04-22T08:13:03.537" v="1418" actId="2696"/>
        <pc:sldMkLst>
          <pc:docMk/>
          <pc:sldMk cId="3716508264" sldId="712"/>
        </pc:sldMkLst>
        <pc:spChg chg="add mod">
          <ac:chgData name="Mwangi, Kennedy (ILRI)" userId="d6f7610f-d49b-4f69-a633-2b309f4eb394" providerId="ADAL" clId="{13DDF35D-69A0-415C-98B7-B562357E22B6}" dt="2026-04-22T08:05:37.781" v="1087" actId="1076"/>
          <ac:spMkLst>
            <pc:docMk/>
            <pc:sldMk cId="3716508264" sldId="712"/>
            <ac:spMk id="3" creationId="{24B4A8C9-D139-84A1-F668-8DF28670DA88}"/>
          </ac:spMkLst>
        </pc:spChg>
      </pc:sldChg>
      <pc:sldChg chg="addSp delSp modSp add mod ord">
        <pc:chgData name="Mwangi, Kennedy (ILRI)" userId="d6f7610f-d49b-4f69-a633-2b309f4eb394" providerId="ADAL" clId="{13DDF35D-69A0-415C-98B7-B562357E22B6}" dt="2026-04-22T07:31:25.082" v="1050" actId="1076"/>
        <pc:sldMkLst>
          <pc:docMk/>
          <pc:sldMk cId="272828383" sldId="713"/>
        </pc:sldMkLst>
        <pc:spChg chg="add mod">
          <ac:chgData name="Mwangi, Kennedy (ILRI)" userId="d6f7610f-d49b-4f69-a633-2b309f4eb394" providerId="ADAL" clId="{13DDF35D-69A0-415C-98B7-B562357E22B6}" dt="2026-04-22T07:31:25.082" v="1050" actId="1076"/>
          <ac:spMkLst>
            <pc:docMk/>
            <pc:sldMk cId="272828383" sldId="713"/>
            <ac:spMk id="3" creationId="{CECED2AB-BD47-D962-222C-820AC2D58A43}"/>
          </ac:spMkLst>
        </pc:spChg>
        <pc:spChg chg="mod">
          <ac:chgData name="Mwangi, Kennedy (ILRI)" userId="d6f7610f-d49b-4f69-a633-2b309f4eb394" providerId="ADAL" clId="{13DDF35D-69A0-415C-98B7-B562357E22B6}" dt="2026-04-20T12:12:46.419" v="485" actId="20577"/>
          <ac:spMkLst>
            <pc:docMk/>
            <pc:sldMk cId="272828383" sldId="713"/>
            <ac:spMk id="27649" creationId="{A88661C6-4630-7A4B-1E73-4A42175E3BD4}"/>
          </ac:spMkLst>
        </pc:spChg>
        <pc:picChg chg="add mod">
          <ac:chgData name="Mwangi, Kennedy (ILRI)" userId="d6f7610f-d49b-4f69-a633-2b309f4eb394" providerId="ADAL" clId="{13DDF35D-69A0-415C-98B7-B562357E22B6}" dt="2026-04-22T07:29:22.820" v="1020" actId="1076"/>
          <ac:picMkLst>
            <pc:docMk/>
            <pc:sldMk cId="272828383" sldId="713"/>
            <ac:picMk id="2" creationId="{8F70C912-EF9F-07E8-C9B0-7FD45822E94E}"/>
          </ac:picMkLst>
        </pc:picChg>
        <pc:picChg chg="add mod">
          <ac:chgData name="Mwangi, Kennedy (ILRI)" userId="d6f7610f-d49b-4f69-a633-2b309f4eb394" providerId="ADAL" clId="{13DDF35D-69A0-415C-98B7-B562357E22B6}" dt="2026-04-22T07:26:46.059" v="1007" actId="1076"/>
          <ac:picMkLst>
            <pc:docMk/>
            <pc:sldMk cId="272828383" sldId="713"/>
            <ac:picMk id="7" creationId="{F1506379-C8B2-8667-CDF9-C9A389ED43FA}"/>
          </ac:picMkLst>
        </pc:picChg>
      </pc:sldChg>
      <pc:sldChg chg="addSp delSp modSp add mod ord">
        <pc:chgData name="Mwangi, Kennedy (ILRI)" userId="d6f7610f-d49b-4f69-a633-2b309f4eb394" providerId="ADAL" clId="{13DDF35D-69A0-415C-98B7-B562357E22B6}" dt="2026-04-22T09:29:18.406" v="1509" actId="1038"/>
        <pc:sldMkLst>
          <pc:docMk/>
          <pc:sldMk cId="4232880279" sldId="714"/>
        </pc:sldMkLst>
        <pc:spChg chg="add mod">
          <ac:chgData name="Mwangi, Kennedy (ILRI)" userId="d6f7610f-d49b-4f69-a633-2b309f4eb394" providerId="ADAL" clId="{13DDF35D-69A0-415C-98B7-B562357E22B6}" dt="2026-04-22T09:28:36.524" v="1483" actId="164"/>
          <ac:spMkLst>
            <pc:docMk/>
            <pc:sldMk cId="4232880279" sldId="714"/>
            <ac:spMk id="4" creationId="{356263EB-FE90-81F3-E602-40B3DB3490DD}"/>
          </ac:spMkLst>
        </pc:spChg>
        <pc:spChg chg="mod">
          <ac:chgData name="Mwangi, Kennedy (ILRI)" userId="d6f7610f-d49b-4f69-a633-2b309f4eb394" providerId="ADAL" clId="{13DDF35D-69A0-415C-98B7-B562357E22B6}" dt="2026-04-22T09:29:01.461" v="1490" actId="1076"/>
          <ac:spMkLst>
            <pc:docMk/>
            <pc:sldMk cId="4232880279" sldId="714"/>
            <ac:spMk id="27649" creationId="{BBCABE9C-CFE4-5BA0-3C9C-90F346DA8ADE}"/>
          </ac:spMkLst>
        </pc:spChg>
        <pc:grpChg chg="add del mod">
          <ac:chgData name="Mwangi, Kennedy (ILRI)" userId="d6f7610f-d49b-4f69-a633-2b309f4eb394" providerId="ADAL" clId="{13DDF35D-69A0-415C-98B7-B562357E22B6}" dt="2026-04-22T09:28:38.003" v="1484" actId="21"/>
          <ac:grpSpMkLst>
            <pc:docMk/>
            <pc:sldMk cId="4232880279" sldId="714"/>
            <ac:grpSpMk id="5" creationId="{699B5498-D722-F823-6825-ED1DDC9EB837}"/>
          </ac:grpSpMkLst>
        </pc:grpChg>
        <pc:picChg chg="add mod">
          <ac:chgData name="Mwangi, Kennedy (ILRI)" userId="d6f7610f-d49b-4f69-a633-2b309f4eb394" providerId="ADAL" clId="{13DDF35D-69A0-415C-98B7-B562357E22B6}" dt="2026-04-22T09:28:36.524" v="1483" actId="164"/>
          <ac:picMkLst>
            <pc:docMk/>
            <pc:sldMk cId="4232880279" sldId="714"/>
            <ac:picMk id="3" creationId="{C432541F-EFB3-E817-0282-5C69E4E5DD75}"/>
          </ac:picMkLst>
        </pc:picChg>
        <pc:picChg chg="add mod">
          <ac:chgData name="Mwangi, Kennedy (ILRI)" userId="d6f7610f-d49b-4f69-a633-2b309f4eb394" providerId="ADAL" clId="{13DDF35D-69A0-415C-98B7-B562357E22B6}" dt="2026-04-22T09:29:18.406" v="1509" actId="1038"/>
          <ac:picMkLst>
            <pc:docMk/>
            <pc:sldMk cId="4232880279" sldId="714"/>
            <ac:picMk id="7" creationId="{3046B310-62DC-D0B2-E813-3CA7C71B9A87}"/>
          </ac:picMkLst>
        </pc:picChg>
      </pc:sldChg>
      <pc:sldChg chg="addSp delSp modSp add mod">
        <pc:chgData name="Mwangi, Kennedy (ILRI)" userId="d6f7610f-d49b-4f69-a633-2b309f4eb394" providerId="ADAL" clId="{13DDF35D-69A0-415C-98B7-B562357E22B6}" dt="2026-04-22T13:06:13.394" v="1517" actId="1076"/>
        <pc:sldMkLst>
          <pc:docMk/>
          <pc:sldMk cId="4194938324" sldId="715"/>
        </pc:sldMkLst>
        <pc:spChg chg="mod">
          <ac:chgData name="Mwangi, Kennedy (ILRI)" userId="d6f7610f-d49b-4f69-a633-2b309f4eb394" providerId="ADAL" clId="{13DDF35D-69A0-415C-98B7-B562357E22B6}" dt="2026-04-22T06:14:28.980" v="835" actId="20577"/>
          <ac:spMkLst>
            <pc:docMk/>
            <pc:sldMk cId="4194938324" sldId="715"/>
            <ac:spMk id="27649" creationId="{D76E0BA1-E559-57DD-7861-36117B81C7B2}"/>
          </ac:spMkLst>
        </pc:spChg>
        <pc:picChg chg="add mod">
          <ac:chgData name="Mwangi, Kennedy (ILRI)" userId="d6f7610f-d49b-4f69-a633-2b309f4eb394" providerId="ADAL" clId="{13DDF35D-69A0-415C-98B7-B562357E22B6}" dt="2026-04-22T13:06:10.238" v="1515" actId="1076"/>
          <ac:picMkLst>
            <pc:docMk/>
            <pc:sldMk cId="4194938324" sldId="715"/>
            <ac:picMk id="3" creationId="{32749971-E668-F6A8-EE62-29064D8348A2}"/>
          </ac:picMkLst>
        </pc:picChg>
        <pc:picChg chg="add del mod">
          <ac:chgData name="Mwangi, Kennedy (ILRI)" userId="d6f7610f-d49b-4f69-a633-2b309f4eb394" providerId="ADAL" clId="{13DDF35D-69A0-415C-98B7-B562357E22B6}" dt="2026-04-22T06:14:30.568" v="836" actId="478"/>
          <ac:picMkLst>
            <pc:docMk/>
            <pc:sldMk cId="4194938324" sldId="715"/>
            <ac:picMk id="3" creationId="{D423F1F3-393F-1E7F-07AF-5DED621B3758}"/>
          </ac:picMkLst>
        </pc:picChg>
        <pc:picChg chg="add mod">
          <ac:chgData name="Mwangi, Kennedy (ILRI)" userId="d6f7610f-d49b-4f69-a633-2b309f4eb394" providerId="ADAL" clId="{13DDF35D-69A0-415C-98B7-B562357E22B6}" dt="2026-04-22T13:06:13.394" v="1517" actId="1076"/>
          <ac:picMkLst>
            <pc:docMk/>
            <pc:sldMk cId="4194938324" sldId="715"/>
            <ac:picMk id="5" creationId="{53796460-9E5A-D5CE-16C4-1DAC610E5DAF}"/>
          </ac:picMkLst>
        </pc:picChg>
        <pc:picChg chg="add mod">
          <ac:chgData name="Mwangi, Kennedy (ILRI)" userId="d6f7610f-d49b-4f69-a633-2b309f4eb394" providerId="ADAL" clId="{13DDF35D-69A0-415C-98B7-B562357E22B6}" dt="2026-04-22T13:05:27.078" v="1511" actId="1076"/>
          <ac:picMkLst>
            <pc:docMk/>
            <pc:sldMk cId="4194938324" sldId="715"/>
            <ac:picMk id="7" creationId="{E5E68632-4B81-B078-674C-F5C00E931505}"/>
          </ac:picMkLst>
        </pc:picChg>
        <pc:picChg chg="add mod">
          <ac:chgData name="Mwangi, Kennedy (ILRI)" userId="d6f7610f-d49b-4f69-a633-2b309f4eb394" providerId="ADAL" clId="{13DDF35D-69A0-415C-98B7-B562357E22B6}" dt="2026-04-22T13:05:23.868" v="1510" actId="1076"/>
          <ac:picMkLst>
            <pc:docMk/>
            <pc:sldMk cId="4194938324" sldId="715"/>
            <ac:picMk id="9" creationId="{238B079D-CDC3-0A82-9DE8-EBAC22547782}"/>
          </ac:picMkLst>
        </pc:picChg>
      </pc:sldChg>
      <pc:sldChg chg="addSp delSp modSp add mod">
        <pc:chgData name="Mwangi, Kennedy (ILRI)" userId="d6f7610f-d49b-4f69-a633-2b309f4eb394" providerId="ADAL" clId="{13DDF35D-69A0-415C-98B7-B562357E22B6}" dt="2026-04-23T10:54:57.254" v="1682" actId="1076"/>
        <pc:sldMkLst>
          <pc:docMk/>
          <pc:sldMk cId="1978603994" sldId="716"/>
        </pc:sldMkLst>
        <pc:spChg chg="add mod">
          <ac:chgData name="Mwangi, Kennedy (ILRI)" userId="d6f7610f-d49b-4f69-a633-2b309f4eb394" providerId="ADAL" clId="{13DDF35D-69A0-415C-98B7-B562357E22B6}" dt="2026-04-23T10:54:38.007" v="1679" actId="164"/>
          <ac:spMkLst>
            <pc:docMk/>
            <pc:sldMk cId="1978603994" sldId="716"/>
            <ac:spMk id="2" creationId="{1BC02B4E-F2E1-85FD-4F4F-29B5233A6402}"/>
          </ac:spMkLst>
        </pc:spChg>
        <pc:spChg chg="add mod">
          <ac:chgData name="Mwangi, Kennedy (ILRI)" userId="d6f7610f-d49b-4f69-a633-2b309f4eb394" providerId="ADAL" clId="{13DDF35D-69A0-415C-98B7-B562357E22B6}" dt="2026-04-20T12:29:04.976" v="534" actId="20577"/>
          <ac:spMkLst>
            <pc:docMk/>
            <pc:sldMk cId="1978603994" sldId="716"/>
            <ac:spMk id="3" creationId="{7EB9FC0E-5922-D560-FCEE-7C6EBB6B9CB8}"/>
          </ac:spMkLst>
        </pc:spChg>
        <pc:spChg chg="add mod">
          <ac:chgData name="Mwangi, Kennedy (ILRI)" userId="d6f7610f-d49b-4f69-a633-2b309f4eb394" providerId="ADAL" clId="{13DDF35D-69A0-415C-98B7-B562357E22B6}" dt="2026-04-23T10:54:38.007" v="1679" actId="164"/>
          <ac:spMkLst>
            <pc:docMk/>
            <pc:sldMk cId="1978603994" sldId="716"/>
            <ac:spMk id="5" creationId="{C90528B6-BCD7-80CA-5BFF-39EB0FE3B475}"/>
          </ac:spMkLst>
        </pc:spChg>
        <pc:spChg chg="add mod">
          <ac:chgData name="Mwangi, Kennedy (ILRI)" userId="d6f7610f-d49b-4f69-a633-2b309f4eb394" providerId="ADAL" clId="{13DDF35D-69A0-415C-98B7-B562357E22B6}" dt="2026-04-23T10:54:38.007" v="1679" actId="164"/>
          <ac:spMkLst>
            <pc:docMk/>
            <pc:sldMk cId="1978603994" sldId="716"/>
            <ac:spMk id="7" creationId="{D6CE6C6C-040B-4A8B-807C-D3047ADCD2E9}"/>
          </ac:spMkLst>
        </pc:spChg>
        <pc:spChg chg="add mod">
          <ac:chgData name="Mwangi, Kennedy (ILRI)" userId="d6f7610f-d49b-4f69-a633-2b309f4eb394" providerId="ADAL" clId="{13DDF35D-69A0-415C-98B7-B562357E22B6}" dt="2026-04-23T10:54:38.007" v="1679" actId="164"/>
          <ac:spMkLst>
            <pc:docMk/>
            <pc:sldMk cId="1978603994" sldId="716"/>
            <ac:spMk id="8" creationId="{586F3862-FD28-F464-8F00-35CB113712B7}"/>
          </ac:spMkLst>
        </pc:spChg>
        <pc:spChg chg="add mod">
          <ac:chgData name="Mwangi, Kennedy (ILRI)" userId="d6f7610f-d49b-4f69-a633-2b309f4eb394" providerId="ADAL" clId="{13DDF35D-69A0-415C-98B7-B562357E22B6}" dt="2026-04-23T10:54:38.007" v="1679" actId="164"/>
          <ac:spMkLst>
            <pc:docMk/>
            <pc:sldMk cId="1978603994" sldId="716"/>
            <ac:spMk id="9" creationId="{D21511A9-67B1-5F08-FCD0-DA40A6E1B429}"/>
          </ac:spMkLst>
        </pc:spChg>
        <pc:spChg chg="add mod">
          <ac:chgData name="Mwangi, Kennedy (ILRI)" userId="d6f7610f-d49b-4f69-a633-2b309f4eb394" providerId="ADAL" clId="{13DDF35D-69A0-415C-98B7-B562357E22B6}" dt="2026-04-23T10:54:38.007" v="1679" actId="164"/>
          <ac:spMkLst>
            <pc:docMk/>
            <pc:sldMk cId="1978603994" sldId="716"/>
            <ac:spMk id="10" creationId="{1463505F-3955-40D8-D900-FB3CDBE86625}"/>
          </ac:spMkLst>
        </pc:spChg>
        <pc:spChg chg="add mod">
          <ac:chgData name="Mwangi, Kennedy (ILRI)" userId="d6f7610f-d49b-4f69-a633-2b309f4eb394" providerId="ADAL" clId="{13DDF35D-69A0-415C-98B7-B562357E22B6}" dt="2026-04-23T10:54:38.007" v="1679" actId="164"/>
          <ac:spMkLst>
            <pc:docMk/>
            <pc:sldMk cId="1978603994" sldId="716"/>
            <ac:spMk id="11" creationId="{6EF9EC24-6384-AF16-36CB-943FA0AA7FF8}"/>
          </ac:spMkLst>
        </pc:spChg>
        <pc:spChg chg="add mod">
          <ac:chgData name="Mwangi, Kennedy (ILRI)" userId="d6f7610f-d49b-4f69-a633-2b309f4eb394" providerId="ADAL" clId="{13DDF35D-69A0-415C-98B7-B562357E22B6}" dt="2026-04-23T10:54:38.007" v="1679" actId="164"/>
          <ac:spMkLst>
            <pc:docMk/>
            <pc:sldMk cId="1978603994" sldId="716"/>
            <ac:spMk id="12" creationId="{0656FFE8-530A-E220-2F0E-A0D70C7CAD04}"/>
          </ac:spMkLst>
        </pc:spChg>
        <pc:spChg chg="add mod">
          <ac:chgData name="Mwangi, Kennedy (ILRI)" userId="d6f7610f-d49b-4f69-a633-2b309f4eb394" providerId="ADAL" clId="{13DDF35D-69A0-415C-98B7-B562357E22B6}" dt="2026-04-23T10:54:38.007" v="1679" actId="164"/>
          <ac:spMkLst>
            <pc:docMk/>
            <pc:sldMk cId="1978603994" sldId="716"/>
            <ac:spMk id="13" creationId="{7C4AACDF-55D4-CA14-AAA3-4F98551B2EEF}"/>
          </ac:spMkLst>
        </pc:spChg>
        <pc:spChg chg="add mod">
          <ac:chgData name="Mwangi, Kennedy (ILRI)" userId="d6f7610f-d49b-4f69-a633-2b309f4eb394" providerId="ADAL" clId="{13DDF35D-69A0-415C-98B7-B562357E22B6}" dt="2026-04-23T10:54:38.007" v="1679" actId="164"/>
          <ac:spMkLst>
            <pc:docMk/>
            <pc:sldMk cId="1978603994" sldId="716"/>
            <ac:spMk id="15" creationId="{A4D2B1FD-F6F7-9857-C7E8-9E2185CC2BF7}"/>
          </ac:spMkLst>
        </pc:spChg>
        <pc:grpChg chg="del">
          <ac:chgData name="Mwangi, Kennedy (ILRI)" userId="d6f7610f-d49b-4f69-a633-2b309f4eb394" providerId="ADAL" clId="{13DDF35D-69A0-415C-98B7-B562357E22B6}" dt="2026-04-23T10:54:50.664" v="1680" actId="21"/>
          <ac:grpSpMkLst>
            <pc:docMk/>
            <pc:sldMk cId="1978603994" sldId="716"/>
            <ac:grpSpMk id="16" creationId="{96C5AC69-8F6D-62D6-929D-548053F69B1E}"/>
          </ac:grpSpMkLst>
        </pc:grpChg>
        <pc:picChg chg="add mod modCrop">
          <ac:chgData name="Mwangi, Kennedy (ILRI)" userId="d6f7610f-d49b-4f69-a633-2b309f4eb394" providerId="ADAL" clId="{13DDF35D-69A0-415C-98B7-B562357E22B6}" dt="2026-04-23T10:53:50.706" v="1651" actId="732"/>
          <ac:picMkLst>
            <pc:docMk/>
            <pc:sldMk cId="1978603994" sldId="716"/>
            <ac:picMk id="4" creationId="{DBD56993-AA4C-5F31-7751-72C328F4A7A2}"/>
          </ac:picMkLst>
        </pc:picChg>
        <pc:picChg chg="add mod">
          <ac:chgData name="Mwangi, Kennedy (ILRI)" userId="d6f7610f-d49b-4f69-a633-2b309f4eb394" providerId="ADAL" clId="{13DDF35D-69A0-415C-98B7-B562357E22B6}" dt="2026-04-23T10:54:57.254" v="1682" actId="1076"/>
          <ac:picMkLst>
            <pc:docMk/>
            <pc:sldMk cId="1978603994" sldId="716"/>
            <ac:picMk id="18" creationId="{88B4F25A-86F0-1A7E-8CF8-754210564ED1}"/>
          </ac:picMkLst>
        </pc:picChg>
      </pc:sldChg>
      <pc:sldChg chg="addSp delSp modSp add mod">
        <pc:chgData name="Mwangi, Kennedy (ILRI)" userId="d6f7610f-d49b-4f69-a633-2b309f4eb394" providerId="ADAL" clId="{13DDF35D-69A0-415C-98B7-B562357E22B6}" dt="2026-04-23T11:26:52.996" v="2240" actId="1076"/>
        <pc:sldMkLst>
          <pc:docMk/>
          <pc:sldMk cId="4132363705" sldId="717"/>
        </pc:sldMkLst>
        <pc:spChg chg="mod">
          <ac:chgData name="Mwangi, Kennedy (ILRI)" userId="d6f7610f-d49b-4f69-a633-2b309f4eb394" providerId="ADAL" clId="{13DDF35D-69A0-415C-98B7-B562357E22B6}" dt="2026-04-20T12:42:49.497" v="648" actId="1076"/>
          <ac:spMkLst>
            <pc:docMk/>
            <pc:sldMk cId="4132363705" sldId="717"/>
            <ac:spMk id="27649" creationId="{E83D6C2A-4104-1DBB-6AAE-4D2A506BE25A}"/>
          </ac:spMkLst>
        </pc:spChg>
        <pc:grpChg chg="add del mod">
          <ac:chgData name="Mwangi, Kennedy (ILRI)" userId="d6f7610f-d49b-4f69-a633-2b309f4eb394" providerId="ADAL" clId="{13DDF35D-69A0-415C-98B7-B562357E22B6}" dt="2026-04-23T11:26:43.223" v="2238" actId="21"/>
          <ac:grpSpMkLst>
            <pc:docMk/>
            <pc:sldMk cId="4132363705" sldId="717"/>
            <ac:grpSpMk id="3" creationId="{52E1F04B-63CF-81F9-8F4A-C541BCB27E26}"/>
          </ac:grpSpMkLst>
        </pc:grpChg>
        <pc:picChg chg="add mod modCrop">
          <ac:chgData name="Mwangi, Kennedy (ILRI)" userId="d6f7610f-d49b-4f69-a633-2b309f4eb394" providerId="ADAL" clId="{13DDF35D-69A0-415C-98B7-B562357E22B6}" dt="2026-04-23T11:26:41.934" v="2237" actId="164"/>
          <ac:picMkLst>
            <pc:docMk/>
            <pc:sldMk cId="4132363705" sldId="717"/>
            <ac:picMk id="2" creationId="{F1BF2A5F-6B9A-87F1-6934-6BCCE157B886}"/>
          </ac:picMkLst>
        </pc:picChg>
        <pc:picChg chg="add mod">
          <ac:chgData name="Mwangi, Kennedy (ILRI)" userId="d6f7610f-d49b-4f69-a633-2b309f4eb394" providerId="ADAL" clId="{13DDF35D-69A0-415C-98B7-B562357E22B6}" dt="2026-04-23T11:26:52.996" v="2240" actId="1076"/>
          <ac:picMkLst>
            <pc:docMk/>
            <pc:sldMk cId="4132363705" sldId="717"/>
            <ac:picMk id="5" creationId="{C5EDE83F-67DF-3737-B187-743E4117DB6C}"/>
          </ac:picMkLst>
        </pc:picChg>
        <pc:picChg chg="add mod">
          <ac:chgData name="Mwangi, Kennedy (ILRI)" userId="d6f7610f-d49b-4f69-a633-2b309f4eb394" providerId="ADAL" clId="{13DDF35D-69A0-415C-98B7-B562357E22B6}" dt="2026-04-23T11:26:41.934" v="2237" actId="164"/>
          <ac:picMkLst>
            <pc:docMk/>
            <pc:sldMk cId="4132363705" sldId="717"/>
            <ac:picMk id="19" creationId="{94A9A624-F452-B7C1-6928-8F345AB9925B}"/>
          </ac:picMkLst>
        </pc:picChg>
      </pc:sldChg>
      <pc:sldChg chg="addSp delSp modSp add mod">
        <pc:chgData name="Mwangi, Kennedy (ILRI)" userId="d6f7610f-d49b-4f69-a633-2b309f4eb394" providerId="ADAL" clId="{13DDF35D-69A0-415C-98B7-B562357E22B6}" dt="2026-04-23T11:10:59.496" v="1935" actId="14100"/>
        <pc:sldMkLst>
          <pc:docMk/>
          <pc:sldMk cId="3427236286" sldId="718"/>
        </pc:sldMkLst>
        <pc:spChg chg="add mod">
          <ac:chgData name="Mwangi, Kennedy (ILRI)" userId="d6f7610f-d49b-4f69-a633-2b309f4eb394" providerId="ADAL" clId="{13DDF35D-69A0-415C-98B7-B562357E22B6}" dt="2026-04-23T11:10:49.165" v="1931" actId="164"/>
          <ac:spMkLst>
            <pc:docMk/>
            <pc:sldMk cId="3427236286" sldId="718"/>
            <ac:spMk id="6" creationId="{F604D818-2D53-3038-4713-94BABF6F76E3}"/>
          </ac:spMkLst>
        </pc:spChg>
        <pc:spChg chg="add mod">
          <ac:chgData name="Mwangi, Kennedy (ILRI)" userId="d6f7610f-d49b-4f69-a633-2b309f4eb394" providerId="ADAL" clId="{13DDF35D-69A0-415C-98B7-B562357E22B6}" dt="2026-04-23T11:10:49.165" v="1931" actId="164"/>
          <ac:spMkLst>
            <pc:docMk/>
            <pc:sldMk cId="3427236286" sldId="718"/>
            <ac:spMk id="7" creationId="{806DDD3D-9045-F4AA-5ED6-AA74162B1E39}"/>
          </ac:spMkLst>
        </pc:spChg>
        <pc:spChg chg="add mod">
          <ac:chgData name="Mwangi, Kennedy (ILRI)" userId="d6f7610f-d49b-4f69-a633-2b309f4eb394" providerId="ADAL" clId="{13DDF35D-69A0-415C-98B7-B562357E22B6}" dt="2026-04-23T11:10:49.165" v="1931" actId="164"/>
          <ac:spMkLst>
            <pc:docMk/>
            <pc:sldMk cId="3427236286" sldId="718"/>
            <ac:spMk id="8" creationId="{39C1E120-0C8E-E850-3F0B-26CDC7A323CA}"/>
          </ac:spMkLst>
        </pc:spChg>
        <pc:spChg chg="add mod">
          <ac:chgData name="Mwangi, Kennedy (ILRI)" userId="d6f7610f-d49b-4f69-a633-2b309f4eb394" providerId="ADAL" clId="{13DDF35D-69A0-415C-98B7-B562357E22B6}" dt="2026-04-23T11:10:49.165" v="1931" actId="164"/>
          <ac:spMkLst>
            <pc:docMk/>
            <pc:sldMk cId="3427236286" sldId="718"/>
            <ac:spMk id="9" creationId="{6A142FDA-94E9-1EDC-B766-9CDB6EBDD82B}"/>
          </ac:spMkLst>
        </pc:spChg>
        <pc:spChg chg="add mod">
          <ac:chgData name="Mwangi, Kennedy (ILRI)" userId="d6f7610f-d49b-4f69-a633-2b309f4eb394" providerId="ADAL" clId="{13DDF35D-69A0-415C-98B7-B562357E22B6}" dt="2026-04-23T11:10:49.165" v="1931" actId="164"/>
          <ac:spMkLst>
            <pc:docMk/>
            <pc:sldMk cId="3427236286" sldId="718"/>
            <ac:spMk id="11" creationId="{EE292D3C-C399-7803-A2EF-9EF04DD8EA66}"/>
          </ac:spMkLst>
        </pc:spChg>
        <pc:spChg chg="add mod">
          <ac:chgData name="Mwangi, Kennedy (ILRI)" userId="d6f7610f-d49b-4f69-a633-2b309f4eb394" providerId="ADAL" clId="{13DDF35D-69A0-415C-98B7-B562357E22B6}" dt="2026-04-23T11:10:49.165" v="1931" actId="164"/>
          <ac:spMkLst>
            <pc:docMk/>
            <pc:sldMk cId="3427236286" sldId="718"/>
            <ac:spMk id="14" creationId="{5E927E90-4C2A-94BE-F6AB-DCF834366B79}"/>
          </ac:spMkLst>
        </pc:spChg>
        <pc:spChg chg="add mod">
          <ac:chgData name="Mwangi, Kennedy (ILRI)" userId="d6f7610f-d49b-4f69-a633-2b309f4eb394" providerId="ADAL" clId="{13DDF35D-69A0-415C-98B7-B562357E22B6}" dt="2026-04-23T11:10:49.165" v="1931" actId="164"/>
          <ac:spMkLst>
            <pc:docMk/>
            <pc:sldMk cId="3427236286" sldId="718"/>
            <ac:spMk id="15" creationId="{8ED68360-2E0C-959B-40D1-94CED1AD6353}"/>
          </ac:spMkLst>
        </pc:spChg>
        <pc:spChg chg="add mod">
          <ac:chgData name="Mwangi, Kennedy (ILRI)" userId="d6f7610f-d49b-4f69-a633-2b309f4eb394" providerId="ADAL" clId="{13DDF35D-69A0-415C-98B7-B562357E22B6}" dt="2026-04-23T11:10:49.165" v="1931" actId="164"/>
          <ac:spMkLst>
            <pc:docMk/>
            <pc:sldMk cId="3427236286" sldId="718"/>
            <ac:spMk id="16" creationId="{A60A90DE-1620-6217-A3F9-1A47171C09B7}"/>
          </ac:spMkLst>
        </pc:spChg>
        <pc:spChg chg="add mod">
          <ac:chgData name="Mwangi, Kennedy (ILRI)" userId="d6f7610f-d49b-4f69-a633-2b309f4eb394" providerId="ADAL" clId="{13DDF35D-69A0-415C-98B7-B562357E22B6}" dt="2026-04-23T11:10:49.165" v="1931" actId="164"/>
          <ac:spMkLst>
            <pc:docMk/>
            <pc:sldMk cId="3427236286" sldId="718"/>
            <ac:spMk id="17" creationId="{0C08C881-216A-870E-C025-CFF39E816BC6}"/>
          </ac:spMkLst>
        </pc:spChg>
        <pc:spChg chg="add mod">
          <ac:chgData name="Mwangi, Kennedy (ILRI)" userId="d6f7610f-d49b-4f69-a633-2b309f4eb394" providerId="ADAL" clId="{13DDF35D-69A0-415C-98B7-B562357E22B6}" dt="2026-04-23T11:10:49.165" v="1931" actId="164"/>
          <ac:spMkLst>
            <pc:docMk/>
            <pc:sldMk cId="3427236286" sldId="718"/>
            <ac:spMk id="20" creationId="{CC1BB978-FE54-9523-D369-CC646D9A69DA}"/>
          </ac:spMkLst>
        </pc:spChg>
        <pc:spChg chg="mod">
          <ac:chgData name="Mwangi, Kennedy (ILRI)" userId="d6f7610f-d49b-4f69-a633-2b309f4eb394" providerId="ADAL" clId="{13DDF35D-69A0-415C-98B7-B562357E22B6}" dt="2026-04-20T12:33:05.932" v="553" actId="20577"/>
          <ac:spMkLst>
            <pc:docMk/>
            <pc:sldMk cId="3427236286" sldId="718"/>
            <ac:spMk id="27649" creationId="{FD30BBF9-27D5-6EC3-AD47-EED4A55D3835}"/>
          </ac:spMkLst>
        </pc:spChg>
        <pc:grpChg chg="del">
          <ac:chgData name="Mwangi, Kennedy (ILRI)" userId="d6f7610f-d49b-4f69-a633-2b309f4eb394" providerId="ADAL" clId="{13DDF35D-69A0-415C-98B7-B562357E22B6}" dt="2026-04-23T11:10:51.034" v="1932" actId="21"/>
          <ac:grpSpMkLst>
            <pc:docMk/>
            <pc:sldMk cId="3427236286" sldId="718"/>
            <ac:grpSpMk id="21" creationId="{FDC4B3AC-B6F7-5A5C-E213-4C2715DC2EC0}"/>
          </ac:grpSpMkLst>
        </pc:grpChg>
        <pc:picChg chg="add mod modCrop">
          <ac:chgData name="Mwangi, Kennedy (ILRI)" userId="d6f7610f-d49b-4f69-a633-2b309f4eb394" providerId="ADAL" clId="{13DDF35D-69A0-415C-98B7-B562357E22B6}" dt="2026-04-23T11:10:37.398" v="1930" actId="1038"/>
          <ac:picMkLst>
            <pc:docMk/>
            <pc:sldMk cId="3427236286" sldId="718"/>
            <ac:picMk id="2" creationId="{7E334FA3-3753-1B3A-CDC9-9B1A26486727}"/>
          </ac:picMkLst>
        </pc:picChg>
        <pc:picChg chg="add mod">
          <ac:chgData name="Mwangi, Kennedy (ILRI)" userId="d6f7610f-d49b-4f69-a633-2b309f4eb394" providerId="ADAL" clId="{13DDF35D-69A0-415C-98B7-B562357E22B6}" dt="2026-04-23T11:10:59.496" v="1935" actId="14100"/>
          <ac:picMkLst>
            <pc:docMk/>
            <pc:sldMk cId="3427236286" sldId="718"/>
            <ac:picMk id="23" creationId="{FC645CCC-6B20-BAF5-1DFE-993B979CEABC}"/>
          </ac:picMkLst>
        </pc:picChg>
      </pc:sldChg>
      <pc:sldChg chg="addSp delSp modSp add mod">
        <pc:chgData name="Mwangi, Kennedy (ILRI)" userId="d6f7610f-d49b-4f69-a633-2b309f4eb394" providerId="ADAL" clId="{13DDF35D-69A0-415C-98B7-B562357E22B6}" dt="2026-04-23T11:11:40.924" v="1940" actId="1076"/>
        <pc:sldMkLst>
          <pc:docMk/>
          <pc:sldMk cId="1904864566" sldId="719"/>
        </pc:sldMkLst>
        <pc:spChg chg="mod">
          <ac:chgData name="Mwangi, Kennedy (ILRI)" userId="d6f7610f-d49b-4f69-a633-2b309f4eb394" providerId="ADAL" clId="{13DDF35D-69A0-415C-98B7-B562357E22B6}" dt="2026-04-23T11:11:33.965" v="1939"/>
          <ac:spMkLst>
            <pc:docMk/>
            <pc:sldMk cId="1904864566" sldId="719"/>
            <ac:spMk id="4" creationId="{2A5F7D8D-57B1-4947-503E-9EF65C09FDEE}"/>
          </ac:spMkLst>
        </pc:spChg>
        <pc:spChg chg="mod">
          <ac:chgData name="Mwangi, Kennedy (ILRI)" userId="d6f7610f-d49b-4f69-a633-2b309f4eb394" providerId="ADAL" clId="{13DDF35D-69A0-415C-98B7-B562357E22B6}" dt="2026-04-23T11:11:33.965" v="1939"/>
          <ac:spMkLst>
            <pc:docMk/>
            <pc:sldMk cId="1904864566" sldId="719"/>
            <ac:spMk id="5" creationId="{CCA5281D-9260-AA7F-46F1-657E8497C283}"/>
          </ac:spMkLst>
        </pc:spChg>
        <pc:spChg chg="mod">
          <ac:chgData name="Mwangi, Kennedy (ILRI)" userId="d6f7610f-d49b-4f69-a633-2b309f4eb394" providerId="ADAL" clId="{13DDF35D-69A0-415C-98B7-B562357E22B6}" dt="2026-04-23T11:11:33.965" v="1939"/>
          <ac:spMkLst>
            <pc:docMk/>
            <pc:sldMk cId="1904864566" sldId="719"/>
            <ac:spMk id="7" creationId="{D1B9126F-6DF0-EB50-51DB-A22213A5C705}"/>
          </ac:spMkLst>
        </pc:spChg>
        <pc:spChg chg="mod">
          <ac:chgData name="Mwangi, Kennedy (ILRI)" userId="d6f7610f-d49b-4f69-a633-2b309f4eb394" providerId="ADAL" clId="{13DDF35D-69A0-415C-98B7-B562357E22B6}" dt="2026-04-23T11:11:33.965" v="1939"/>
          <ac:spMkLst>
            <pc:docMk/>
            <pc:sldMk cId="1904864566" sldId="719"/>
            <ac:spMk id="8" creationId="{AD39DD32-070B-6DE2-7DC1-51432D707315}"/>
          </ac:spMkLst>
        </pc:spChg>
        <pc:spChg chg="mod">
          <ac:chgData name="Mwangi, Kennedy (ILRI)" userId="d6f7610f-d49b-4f69-a633-2b309f4eb394" providerId="ADAL" clId="{13DDF35D-69A0-415C-98B7-B562357E22B6}" dt="2026-04-23T11:11:33.965" v="1939"/>
          <ac:spMkLst>
            <pc:docMk/>
            <pc:sldMk cId="1904864566" sldId="719"/>
            <ac:spMk id="11" creationId="{A45E2187-A3FC-1942-D222-22439E41B9CA}"/>
          </ac:spMkLst>
        </pc:spChg>
        <pc:spChg chg="mod">
          <ac:chgData name="Mwangi, Kennedy (ILRI)" userId="d6f7610f-d49b-4f69-a633-2b309f4eb394" providerId="ADAL" clId="{13DDF35D-69A0-415C-98B7-B562357E22B6}" dt="2026-04-23T11:11:33.965" v="1939"/>
          <ac:spMkLst>
            <pc:docMk/>
            <pc:sldMk cId="1904864566" sldId="719"/>
            <ac:spMk id="15" creationId="{672326C4-D7DE-F1C9-9D34-D656A6A03BF8}"/>
          </ac:spMkLst>
        </pc:spChg>
        <pc:spChg chg="mod">
          <ac:chgData name="Mwangi, Kennedy (ILRI)" userId="d6f7610f-d49b-4f69-a633-2b309f4eb394" providerId="ADAL" clId="{13DDF35D-69A0-415C-98B7-B562357E22B6}" dt="2026-04-23T11:11:33.965" v="1939"/>
          <ac:spMkLst>
            <pc:docMk/>
            <pc:sldMk cId="1904864566" sldId="719"/>
            <ac:spMk id="16" creationId="{C968DD00-959D-A1E6-ACE3-E658EFBD3029}"/>
          </ac:spMkLst>
        </pc:spChg>
        <pc:spChg chg="mod">
          <ac:chgData name="Mwangi, Kennedy (ILRI)" userId="d6f7610f-d49b-4f69-a633-2b309f4eb394" providerId="ADAL" clId="{13DDF35D-69A0-415C-98B7-B562357E22B6}" dt="2026-04-23T11:11:33.965" v="1939"/>
          <ac:spMkLst>
            <pc:docMk/>
            <pc:sldMk cId="1904864566" sldId="719"/>
            <ac:spMk id="17" creationId="{3200F5B2-C276-DCFB-3100-1966987DD873}"/>
          </ac:spMkLst>
        </pc:spChg>
        <pc:spChg chg="mod">
          <ac:chgData name="Mwangi, Kennedy (ILRI)" userId="d6f7610f-d49b-4f69-a633-2b309f4eb394" providerId="ADAL" clId="{13DDF35D-69A0-415C-98B7-B562357E22B6}" dt="2026-04-23T11:11:33.965" v="1939"/>
          <ac:spMkLst>
            <pc:docMk/>
            <pc:sldMk cId="1904864566" sldId="719"/>
            <ac:spMk id="18" creationId="{1D52A9D3-C6E0-2B43-E526-E16B11C9105A}"/>
          </ac:spMkLst>
        </pc:spChg>
        <pc:spChg chg="mod">
          <ac:chgData name="Mwangi, Kennedy (ILRI)" userId="d6f7610f-d49b-4f69-a633-2b309f4eb394" providerId="ADAL" clId="{13DDF35D-69A0-415C-98B7-B562357E22B6}" dt="2026-04-23T11:11:33.965" v="1939"/>
          <ac:spMkLst>
            <pc:docMk/>
            <pc:sldMk cId="1904864566" sldId="719"/>
            <ac:spMk id="20" creationId="{5A44213B-6856-0CDB-5B4E-83C5C8166935}"/>
          </ac:spMkLst>
        </pc:spChg>
        <pc:spChg chg="mod">
          <ac:chgData name="Mwangi, Kennedy (ILRI)" userId="d6f7610f-d49b-4f69-a633-2b309f4eb394" providerId="ADAL" clId="{13DDF35D-69A0-415C-98B7-B562357E22B6}" dt="2026-04-20T12:33:14.730" v="555" actId="20577"/>
          <ac:spMkLst>
            <pc:docMk/>
            <pc:sldMk cId="1904864566" sldId="719"/>
            <ac:spMk id="27649" creationId="{2E5F6BFB-C260-8494-3459-1D39355888AB}"/>
          </ac:spMkLst>
        </pc:spChg>
        <pc:grpChg chg="mod">
          <ac:chgData name="Mwangi, Kennedy (ILRI)" userId="d6f7610f-d49b-4f69-a633-2b309f4eb394" providerId="ADAL" clId="{13DDF35D-69A0-415C-98B7-B562357E22B6}" dt="2026-04-23T11:11:40.924" v="1940" actId="1076"/>
          <ac:grpSpMkLst>
            <pc:docMk/>
            <pc:sldMk cId="1904864566" sldId="719"/>
            <ac:grpSpMk id="23" creationId="{C9B7C51C-2309-9DF8-E325-BE36F2756CD2}"/>
          </ac:grpSpMkLst>
        </pc:grpChg>
        <pc:picChg chg="add del mod">
          <ac:chgData name="Mwangi, Kennedy (ILRI)" userId="d6f7610f-d49b-4f69-a633-2b309f4eb394" providerId="ADAL" clId="{13DDF35D-69A0-415C-98B7-B562357E22B6}" dt="2026-04-23T11:11:21.422" v="1936" actId="478"/>
          <ac:picMkLst>
            <pc:docMk/>
            <pc:sldMk cId="1904864566" sldId="719"/>
            <ac:picMk id="3" creationId="{8FABADE1-68ED-5821-C9B3-18114042FFE5}"/>
          </ac:picMkLst>
        </pc:picChg>
      </pc:sldChg>
      <pc:sldChg chg="addSp modSp add del mod ord">
        <pc:chgData name="Mwangi, Kennedy (ILRI)" userId="d6f7610f-d49b-4f69-a633-2b309f4eb394" providerId="ADAL" clId="{13DDF35D-69A0-415C-98B7-B562357E22B6}" dt="2026-04-20T13:11:40.133" v="779" actId="1076"/>
        <pc:sldMkLst>
          <pc:docMk/>
          <pc:sldMk cId="2744974621" sldId="720"/>
        </pc:sldMkLst>
        <pc:spChg chg="mod">
          <ac:chgData name="Mwangi, Kennedy (ILRI)" userId="d6f7610f-d49b-4f69-a633-2b309f4eb394" providerId="ADAL" clId="{13DDF35D-69A0-415C-98B7-B562357E22B6}" dt="2026-04-20T12:48:11.797" v="715" actId="20577"/>
          <ac:spMkLst>
            <pc:docMk/>
            <pc:sldMk cId="2744974621" sldId="720"/>
            <ac:spMk id="27649" creationId="{EC38B417-86EC-9984-039E-9112725F52C6}"/>
          </ac:spMkLst>
        </pc:spChg>
        <pc:picChg chg="add mod">
          <ac:chgData name="Mwangi, Kennedy (ILRI)" userId="d6f7610f-d49b-4f69-a633-2b309f4eb394" providerId="ADAL" clId="{13DDF35D-69A0-415C-98B7-B562357E22B6}" dt="2026-04-20T13:08:22.109" v="775" actId="1076"/>
          <ac:picMkLst>
            <pc:docMk/>
            <pc:sldMk cId="2744974621" sldId="720"/>
            <ac:picMk id="2" creationId="{BBCE1F91-F779-7B8A-2A06-11F165F014FF}"/>
          </ac:picMkLst>
        </pc:picChg>
        <pc:picChg chg="add mod">
          <ac:chgData name="Mwangi, Kennedy (ILRI)" userId="d6f7610f-d49b-4f69-a633-2b309f4eb394" providerId="ADAL" clId="{13DDF35D-69A0-415C-98B7-B562357E22B6}" dt="2026-04-20T13:08:09.687" v="770" actId="1076"/>
          <ac:picMkLst>
            <pc:docMk/>
            <pc:sldMk cId="2744974621" sldId="720"/>
            <ac:picMk id="3" creationId="{2F8B0392-9472-B431-921F-83F204161A37}"/>
          </ac:picMkLst>
        </pc:picChg>
        <pc:picChg chg="add mod">
          <ac:chgData name="Mwangi, Kennedy (ILRI)" userId="d6f7610f-d49b-4f69-a633-2b309f4eb394" providerId="ADAL" clId="{13DDF35D-69A0-415C-98B7-B562357E22B6}" dt="2026-04-20T13:08:16.074" v="774" actId="1076"/>
          <ac:picMkLst>
            <pc:docMk/>
            <pc:sldMk cId="2744974621" sldId="720"/>
            <ac:picMk id="4" creationId="{1DCD9325-A13F-1C67-6573-E309F18D684B}"/>
          </ac:picMkLst>
        </pc:picChg>
        <pc:picChg chg="add mod">
          <ac:chgData name="Mwangi, Kennedy (ILRI)" userId="d6f7610f-d49b-4f69-a633-2b309f4eb394" providerId="ADAL" clId="{13DDF35D-69A0-415C-98B7-B562357E22B6}" dt="2026-04-20T13:11:40.133" v="779" actId="1076"/>
          <ac:picMkLst>
            <pc:docMk/>
            <pc:sldMk cId="2744974621" sldId="720"/>
            <ac:picMk id="5" creationId="{0B467B01-3813-8029-D9D1-36AD7961B190}"/>
          </ac:picMkLst>
        </pc:picChg>
      </pc:sldChg>
      <pc:sldChg chg="addSp delSp modSp add mod">
        <pc:chgData name="Mwangi, Kennedy (ILRI)" userId="d6f7610f-d49b-4f69-a633-2b309f4eb394" providerId="ADAL" clId="{13DDF35D-69A0-415C-98B7-B562357E22B6}" dt="2026-04-23T11:25:02.958" v="2230" actId="14100"/>
        <pc:sldMkLst>
          <pc:docMk/>
          <pc:sldMk cId="886817889" sldId="721"/>
        </pc:sldMkLst>
        <pc:spChg chg="mod">
          <ac:chgData name="Mwangi, Kennedy (ILRI)" userId="d6f7610f-d49b-4f69-a633-2b309f4eb394" providerId="ADAL" clId="{13DDF35D-69A0-415C-98B7-B562357E22B6}" dt="2026-04-20T12:49:12.220" v="716"/>
          <ac:spMkLst>
            <pc:docMk/>
            <pc:sldMk cId="886817889" sldId="721"/>
            <ac:spMk id="27649" creationId="{0B5EC85E-5F79-F60D-2B4A-8DD12CC625D0}"/>
          </ac:spMkLst>
        </pc:spChg>
        <pc:grpChg chg="add del mod">
          <ac:chgData name="Mwangi, Kennedy (ILRI)" userId="d6f7610f-d49b-4f69-a633-2b309f4eb394" providerId="ADAL" clId="{13DDF35D-69A0-415C-98B7-B562357E22B6}" dt="2026-04-23T11:24:52.495" v="2227" actId="21"/>
          <ac:grpSpMkLst>
            <pc:docMk/>
            <pc:sldMk cId="886817889" sldId="721"/>
            <ac:grpSpMk id="3" creationId="{BE3C7292-0F13-B341-2A21-B50B12E7362B}"/>
          </ac:grpSpMkLst>
        </pc:grpChg>
        <pc:picChg chg="add mod modCrop">
          <ac:chgData name="Mwangi, Kennedy (ILRI)" userId="d6f7610f-d49b-4f69-a633-2b309f4eb394" providerId="ADAL" clId="{13DDF35D-69A0-415C-98B7-B562357E22B6}" dt="2026-04-23T11:24:51.285" v="2226" actId="164"/>
          <ac:picMkLst>
            <pc:docMk/>
            <pc:sldMk cId="886817889" sldId="721"/>
            <ac:picMk id="2" creationId="{CE30DE25-9E81-CD2B-2F81-20678E5EA4CA}"/>
          </ac:picMkLst>
        </pc:picChg>
        <pc:picChg chg="add mod">
          <ac:chgData name="Mwangi, Kennedy (ILRI)" userId="d6f7610f-d49b-4f69-a633-2b309f4eb394" providerId="ADAL" clId="{13DDF35D-69A0-415C-98B7-B562357E22B6}" dt="2026-04-23T11:25:02.958" v="2230" actId="14100"/>
          <ac:picMkLst>
            <pc:docMk/>
            <pc:sldMk cId="886817889" sldId="721"/>
            <ac:picMk id="5" creationId="{08F8E135-D3A7-18FF-5390-6B07839E5E66}"/>
          </ac:picMkLst>
        </pc:picChg>
        <pc:picChg chg="add mod">
          <ac:chgData name="Mwangi, Kennedy (ILRI)" userId="d6f7610f-d49b-4f69-a633-2b309f4eb394" providerId="ADAL" clId="{13DDF35D-69A0-415C-98B7-B562357E22B6}" dt="2026-04-23T11:24:51.285" v="2226" actId="164"/>
          <ac:picMkLst>
            <pc:docMk/>
            <pc:sldMk cId="886817889" sldId="721"/>
            <ac:picMk id="18" creationId="{EB549558-8B04-B8E4-C4BD-4C9C42F505E3}"/>
          </ac:picMkLst>
        </pc:picChg>
      </pc:sldChg>
      <pc:sldChg chg="addSp delSp modSp add del mod">
        <pc:chgData name="Mwangi, Kennedy (ILRI)" userId="d6f7610f-d49b-4f69-a633-2b309f4eb394" providerId="ADAL" clId="{13DDF35D-69A0-415C-98B7-B562357E22B6}" dt="2026-04-23T11:38:40.060" v="2483" actId="1076"/>
        <pc:sldMkLst>
          <pc:docMk/>
          <pc:sldMk cId="1930165738" sldId="722"/>
        </pc:sldMkLst>
        <pc:spChg chg="mod">
          <ac:chgData name="Mwangi, Kennedy (ILRI)" userId="d6f7610f-d49b-4f69-a633-2b309f4eb394" providerId="ADAL" clId="{13DDF35D-69A0-415C-98B7-B562357E22B6}" dt="2026-04-20T12:42:44.965" v="647" actId="1076"/>
          <ac:spMkLst>
            <pc:docMk/>
            <pc:sldMk cId="1930165738" sldId="722"/>
            <ac:spMk id="27649" creationId="{B8FE02D3-AC84-AA94-6480-562D3882CEEF}"/>
          </ac:spMkLst>
        </pc:spChg>
        <pc:grpChg chg="add del mod">
          <ac:chgData name="Mwangi, Kennedy (ILRI)" userId="d6f7610f-d49b-4f69-a633-2b309f4eb394" providerId="ADAL" clId="{13DDF35D-69A0-415C-98B7-B562357E22B6}" dt="2026-04-23T11:38:34.361" v="2481" actId="21"/>
          <ac:grpSpMkLst>
            <pc:docMk/>
            <pc:sldMk cId="1930165738" sldId="722"/>
            <ac:grpSpMk id="2" creationId="{5A3E31DD-21BD-BE47-1E33-C6D6C878CB1A}"/>
          </ac:grpSpMkLst>
        </pc:grpChg>
        <pc:picChg chg="add mod modCrop">
          <ac:chgData name="Mwangi, Kennedy (ILRI)" userId="d6f7610f-d49b-4f69-a633-2b309f4eb394" providerId="ADAL" clId="{13DDF35D-69A0-415C-98B7-B562357E22B6}" dt="2026-04-23T11:38:33.346" v="2480" actId="164"/>
          <ac:picMkLst>
            <pc:docMk/>
            <pc:sldMk cId="1930165738" sldId="722"/>
            <ac:picMk id="3" creationId="{66CFE49C-925A-A846-6F19-172520D9305B}"/>
          </ac:picMkLst>
        </pc:picChg>
        <pc:picChg chg="add mod">
          <ac:chgData name="Mwangi, Kennedy (ILRI)" userId="d6f7610f-d49b-4f69-a633-2b309f4eb394" providerId="ADAL" clId="{13DDF35D-69A0-415C-98B7-B562357E22B6}" dt="2026-04-23T11:38:40.060" v="2483" actId="1076"/>
          <ac:picMkLst>
            <pc:docMk/>
            <pc:sldMk cId="1930165738" sldId="722"/>
            <ac:picMk id="5" creationId="{C0DA8602-43CD-BAF1-2C59-CB529F663405}"/>
          </ac:picMkLst>
        </pc:picChg>
        <pc:picChg chg="add mod">
          <ac:chgData name="Mwangi, Kennedy (ILRI)" userId="d6f7610f-d49b-4f69-a633-2b309f4eb394" providerId="ADAL" clId="{13DDF35D-69A0-415C-98B7-B562357E22B6}" dt="2026-04-23T11:38:33.346" v="2480" actId="164"/>
          <ac:picMkLst>
            <pc:docMk/>
            <pc:sldMk cId="1930165738" sldId="722"/>
            <ac:picMk id="24" creationId="{120488D9-C3AB-11C4-0E00-80A6FE9F49AC}"/>
          </ac:picMkLst>
        </pc:picChg>
      </pc:sldChg>
      <pc:sldChg chg="addSp modSp add mod">
        <pc:chgData name="Mwangi, Kennedy (ILRI)" userId="d6f7610f-d49b-4f69-a633-2b309f4eb394" providerId="ADAL" clId="{13DDF35D-69A0-415C-98B7-B562357E22B6}" dt="2026-04-20T12:59:06.803" v="726" actId="14100"/>
        <pc:sldMkLst>
          <pc:docMk/>
          <pc:sldMk cId="1279799811" sldId="723"/>
        </pc:sldMkLst>
        <pc:spChg chg="mod">
          <ac:chgData name="Mwangi, Kennedy (ILRI)" userId="d6f7610f-d49b-4f69-a633-2b309f4eb394" providerId="ADAL" clId="{13DDF35D-69A0-415C-98B7-B562357E22B6}" dt="2026-04-20T12:47:06.908" v="673" actId="20577"/>
          <ac:spMkLst>
            <pc:docMk/>
            <pc:sldMk cId="1279799811" sldId="723"/>
            <ac:spMk id="27649" creationId="{704AC8BE-1CB8-5A38-B811-2F09D9CFFA8F}"/>
          </ac:spMkLst>
        </pc:spChg>
        <pc:picChg chg="add mod">
          <ac:chgData name="Mwangi, Kennedy (ILRI)" userId="d6f7610f-d49b-4f69-a633-2b309f4eb394" providerId="ADAL" clId="{13DDF35D-69A0-415C-98B7-B562357E22B6}" dt="2026-04-20T12:59:06.803" v="726" actId="14100"/>
          <ac:picMkLst>
            <pc:docMk/>
            <pc:sldMk cId="1279799811" sldId="723"/>
            <ac:picMk id="2" creationId="{0B2A8F80-6D48-5207-7051-59A6030A5381}"/>
          </ac:picMkLst>
        </pc:picChg>
      </pc:sldChg>
      <pc:sldChg chg="addSp delSp modSp add del mod">
        <pc:chgData name="Mwangi, Kennedy (ILRI)" userId="d6f7610f-d49b-4f69-a633-2b309f4eb394" providerId="ADAL" clId="{13DDF35D-69A0-415C-98B7-B562357E22B6}" dt="2026-04-23T11:37:45.297" v="2474" actId="1076"/>
        <pc:sldMkLst>
          <pc:docMk/>
          <pc:sldMk cId="470119468" sldId="724"/>
        </pc:sldMkLst>
        <pc:spChg chg="mod">
          <ac:chgData name="Mwangi, Kennedy (ILRI)" userId="d6f7610f-d49b-4f69-a633-2b309f4eb394" providerId="ADAL" clId="{13DDF35D-69A0-415C-98B7-B562357E22B6}" dt="2026-04-20T12:49:32.434" v="718" actId="2711"/>
          <ac:spMkLst>
            <pc:docMk/>
            <pc:sldMk cId="470119468" sldId="724"/>
            <ac:spMk id="27649" creationId="{25D12294-A473-092B-9640-3524E2C31CF1}"/>
          </ac:spMkLst>
        </pc:spChg>
        <pc:grpChg chg="add del mod">
          <ac:chgData name="Mwangi, Kennedy (ILRI)" userId="d6f7610f-d49b-4f69-a633-2b309f4eb394" providerId="ADAL" clId="{13DDF35D-69A0-415C-98B7-B562357E22B6}" dt="2026-04-23T11:37:38.691" v="2472" actId="21"/>
          <ac:grpSpMkLst>
            <pc:docMk/>
            <pc:sldMk cId="470119468" sldId="724"/>
            <ac:grpSpMk id="3" creationId="{DCE21790-F8B3-07DA-5A3A-E627B7751BDA}"/>
          </ac:grpSpMkLst>
        </pc:grpChg>
        <pc:picChg chg="add mod modCrop">
          <ac:chgData name="Mwangi, Kennedy (ILRI)" userId="d6f7610f-d49b-4f69-a633-2b309f4eb394" providerId="ADAL" clId="{13DDF35D-69A0-415C-98B7-B562357E22B6}" dt="2026-04-23T11:37:36.755" v="2471" actId="164"/>
          <ac:picMkLst>
            <pc:docMk/>
            <pc:sldMk cId="470119468" sldId="724"/>
            <ac:picMk id="2" creationId="{CBA551E1-786D-06BE-4784-B002F40A9E94}"/>
          </ac:picMkLst>
        </pc:picChg>
        <pc:picChg chg="add mod">
          <ac:chgData name="Mwangi, Kennedy (ILRI)" userId="d6f7610f-d49b-4f69-a633-2b309f4eb394" providerId="ADAL" clId="{13DDF35D-69A0-415C-98B7-B562357E22B6}" dt="2026-04-23T11:37:45.297" v="2474" actId="1076"/>
          <ac:picMkLst>
            <pc:docMk/>
            <pc:sldMk cId="470119468" sldId="724"/>
            <ac:picMk id="5" creationId="{C3E8133A-5856-1357-9A3E-4970AA27653B}"/>
          </ac:picMkLst>
        </pc:picChg>
        <pc:picChg chg="add mod">
          <ac:chgData name="Mwangi, Kennedy (ILRI)" userId="d6f7610f-d49b-4f69-a633-2b309f4eb394" providerId="ADAL" clId="{13DDF35D-69A0-415C-98B7-B562357E22B6}" dt="2026-04-23T11:37:36.755" v="2471" actId="164"/>
          <ac:picMkLst>
            <pc:docMk/>
            <pc:sldMk cId="470119468" sldId="724"/>
            <ac:picMk id="24" creationId="{6AB3EFE3-2678-6D4C-DE29-3DC4C59F903F}"/>
          </ac:picMkLst>
        </pc:picChg>
      </pc:sldChg>
      <pc:sldChg chg="addSp delSp modSp new del mod">
        <pc:chgData name="Mwangi, Kennedy (ILRI)" userId="d6f7610f-d49b-4f69-a633-2b309f4eb394" providerId="ADAL" clId="{13DDF35D-69A0-415C-98B7-B562357E22B6}" dt="2026-04-22T07:32:52.054" v="1055" actId="2696"/>
        <pc:sldMkLst>
          <pc:docMk/>
          <pc:sldMk cId="72055727" sldId="725"/>
        </pc:sldMkLst>
        <pc:spChg chg="del">
          <ac:chgData name="Mwangi, Kennedy (ILRI)" userId="d6f7610f-d49b-4f69-a633-2b309f4eb394" providerId="ADAL" clId="{13DDF35D-69A0-415C-98B7-B562357E22B6}" dt="2026-04-22T07:28:34.058" v="1009" actId="478"/>
          <ac:spMkLst>
            <pc:docMk/>
            <pc:sldMk cId="72055727" sldId="725"/>
            <ac:spMk id="3" creationId="{4D96B5E8-B910-CD94-5DD1-A8D85FE06C42}"/>
          </ac:spMkLst>
        </pc:spChg>
        <pc:picChg chg="add mod modCrop">
          <ac:chgData name="Mwangi, Kennedy (ILRI)" userId="d6f7610f-d49b-4f69-a633-2b309f4eb394" providerId="ADAL" clId="{13DDF35D-69A0-415C-98B7-B562357E22B6}" dt="2026-04-22T07:28:53.805" v="1014" actId="732"/>
          <ac:picMkLst>
            <pc:docMk/>
            <pc:sldMk cId="72055727" sldId="725"/>
            <ac:picMk id="5" creationId="{E0D99C18-0FC9-6251-0448-A688DCB9FFF2}"/>
          </ac:picMkLst>
        </pc:picChg>
      </pc:sldChg>
      <pc:sldChg chg="addSp delSp modSp new del mod">
        <pc:chgData name="Mwangi, Kennedy (ILRI)" userId="d6f7610f-d49b-4f69-a633-2b309f4eb394" providerId="ADAL" clId="{13DDF35D-69A0-415C-98B7-B562357E22B6}" dt="2026-04-22T07:11:32.428" v="957" actId="2696"/>
        <pc:sldMkLst>
          <pc:docMk/>
          <pc:sldMk cId="1114527439" sldId="725"/>
        </pc:sldMkLst>
        <pc:spChg chg="del">
          <ac:chgData name="Mwangi, Kennedy (ILRI)" userId="d6f7610f-d49b-4f69-a633-2b309f4eb394" providerId="ADAL" clId="{13DDF35D-69A0-415C-98B7-B562357E22B6}" dt="2026-04-22T07:10:48.544" v="936" actId="478"/>
          <ac:spMkLst>
            <pc:docMk/>
            <pc:sldMk cId="1114527439" sldId="725"/>
            <ac:spMk id="3" creationId="{AC7836E5-7482-4B24-C519-1C7D0B9481C4}"/>
          </ac:spMkLst>
        </pc:spChg>
        <pc:spChg chg="add del mod">
          <ac:chgData name="Mwangi, Kennedy (ILRI)" userId="d6f7610f-d49b-4f69-a633-2b309f4eb394" providerId="ADAL" clId="{13DDF35D-69A0-415C-98B7-B562357E22B6}" dt="2026-04-22T07:11:29.799" v="956" actId="478"/>
          <ac:spMkLst>
            <pc:docMk/>
            <pc:sldMk cId="1114527439" sldId="725"/>
            <ac:spMk id="4" creationId="{6B780542-F3BD-B8FA-5334-D0EE8C8FFA9C}"/>
          </ac:spMkLst>
        </pc:spChg>
      </pc:sldChg>
      <pc:sldChg chg="addSp delSp modSp add mod">
        <pc:chgData name="Mwangi, Kennedy (ILRI)" userId="d6f7610f-d49b-4f69-a633-2b309f4eb394" providerId="ADAL" clId="{13DDF35D-69A0-415C-98B7-B562357E22B6}" dt="2026-04-22T08:39:59.954" v="1463" actId="2711"/>
        <pc:sldMkLst>
          <pc:docMk/>
          <pc:sldMk cId="3600537365" sldId="725"/>
        </pc:sldMkLst>
        <pc:spChg chg="del">
          <ac:chgData name="Mwangi, Kennedy (ILRI)" userId="d6f7610f-d49b-4f69-a633-2b309f4eb394" providerId="ADAL" clId="{13DDF35D-69A0-415C-98B7-B562357E22B6}" dt="2026-04-22T08:05:49.600" v="1089" actId="478"/>
          <ac:spMkLst>
            <pc:docMk/>
            <pc:sldMk cId="3600537365" sldId="725"/>
            <ac:spMk id="3" creationId="{5FC09D14-5762-133B-977E-3C718233BC52}"/>
          </ac:spMkLst>
        </pc:spChg>
        <pc:spChg chg="add mod">
          <ac:chgData name="Mwangi, Kennedy (ILRI)" userId="d6f7610f-d49b-4f69-a633-2b309f4eb394" providerId="ADAL" clId="{13DDF35D-69A0-415C-98B7-B562357E22B6}" dt="2026-04-22T08:39:59.954" v="1463" actId="2711"/>
          <ac:spMkLst>
            <pc:docMk/>
            <pc:sldMk cId="3600537365" sldId="725"/>
            <ac:spMk id="4" creationId="{22962DD8-7D74-1417-5750-7A9EB748BAC6}"/>
          </ac:spMkLst>
        </pc:spChg>
      </pc:sldChg>
      <pc:sldChg chg="addSp delSp modSp add del mod">
        <pc:chgData name="Mwangi, Kennedy (ILRI)" userId="d6f7610f-d49b-4f69-a633-2b309f4eb394" providerId="ADAL" clId="{13DDF35D-69A0-415C-98B7-B562357E22B6}" dt="2026-04-23T11:11:48.306" v="1941" actId="2696"/>
        <pc:sldMkLst>
          <pc:docMk/>
          <pc:sldMk cId="557316646" sldId="726"/>
        </pc:sldMkLst>
        <pc:spChg chg="add del mod">
          <ac:chgData name="Mwangi, Kennedy (ILRI)" userId="d6f7610f-d49b-4f69-a633-2b309f4eb394" providerId="ADAL" clId="{13DDF35D-69A0-415C-98B7-B562357E22B6}" dt="2026-04-23T10:58:39.806" v="1694" actId="478"/>
          <ac:spMkLst>
            <pc:docMk/>
            <pc:sldMk cId="557316646" sldId="726"/>
            <ac:spMk id="2" creationId="{F4E85B66-E296-05D2-4A04-75364DC84BE1}"/>
          </ac:spMkLst>
        </pc:spChg>
        <pc:spChg chg="add mod">
          <ac:chgData name="Mwangi, Kennedy (ILRI)" userId="d6f7610f-d49b-4f69-a633-2b309f4eb394" providerId="ADAL" clId="{13DDF35D-69A0-415C-98B7-B562357E22B6}" dt="2026-04-23T11:00:31.754" v="1725" actId="1038"/>
          <ac:spMkLst>
            <pc:docMk/>
            <pc:sldMk cId="557316646" sldId="726"/>
            <ac:spMk id="4" creationId="{2A5F7D8D-57B1-4947-503E-9EF65C09FDEE}"/>
          </ac:spMkLst>
        </pc:spChg>
        <pc:spChg chg="add mod">
          <ac:chgData name="Mwangi, Kennedy (ILRI)" userId="d6f7610f-d49b-4f69-a633-2b309f4eb394" providerId="ADAL" clId="{13DDF35D-69A0-415C-98B7-B562357E22B6}" dt="2026-04-23T11:11:30.028" v="1937" actId="164"/>
          <ac:spMkLst>
            <pc:docMk/>
            <pc:sldMk cId="557316646" sldId="726"/>
            <ac:spMk id="5" creationId="{CCA5281D-9260-AA7F-46F1-657E8497C283}"/>
          </ac:spMkLst>
        </pc:spChg>
        <pc:spChg chg="add mod">
          <ac:chgData name="Mwangi, Kennedy (ILRI)" userId="d6f7610f-d49b-4f69-a633-2b309f4eb394" providerId="ADAL" clId="{13DDF35D-69A0-415C-98B7-B562357E22B6}" dt="2026-04-23T11:08:33.154" v="1890" actId="1035"/>
          <ac:spMkLst>
            <pc:docMk/>
            <pc:sldMk cId="557316646" sldId="726"/>
            <ac:spMk id="6" creationId="{3CCAD4D5-99F8-AB23-7DA5-8B77AB79D088}"/>
          </ac:spMkLst>
        </pc:spChg>
        <pc:spChg chg="add mod">
          <ac:chgData name="Mwangi, Kennedy (ILRI)" userId="d6f7610f-d49b-4f69-a633-2b309f4eb394" providerId="ADAL" clId="{13DDF35D-69A0-415C-98B7-B562357E22B6}" dt="2026-04-23T11:11:30.028" v="1937" actId="164"/>
          <ac:spMkLst>
            <pc:docMk/>
            <pc:sldMk cId="557316646" sldId="726"/>
            <ac:spMk id="7" creationId="{D1B9126F-6DF0-EB50-51DB-A22213A5C705}"/>
          </ac:spMkLst>
        </pc:spChg>
        <pc:spChg chg="add mod">
          <ac:chgData name="Mwangi, Kennedy (ILRI)" userId="d6f7610f-d49b-4f69-a633-2b309f4eb394" providerId="ADAL" clId="{13DDF35D-69A0-415C-98B7-B562357E22B6}" dt="2026-04-23T11:11:30.028" v="1937" actId="164"/>
          <ac:spMkLst>
            <pc:docMk/>
            <pc:sldMk cId="557316646" sldId="726"/>
            <ac:spMk id="8" creationId="{AD39DD32-070B-6DE2-7DC1-51432D707315}"/>
          </ac:spMkLst>
        </pc:spChg>
        <pc:spChg chg="add mod">
          <ac:chgData name="Mwangi, Kennedy (ILRI)" userId="d6f7610f-d49b-4f69-a633-2b309f4eb394" providerId="ADAL" clId="{13DDF35D-69A0-415C-98B7-B562357E22B6}" dt="2026-04-23T11:11:30.028" v="1937" actId="164"/>
          <ac:spMkLst>
            <pc:docMk/>
            <pc:sldMk cId="557316646" sldId="726"/>
            <ac:spMk id="9" creationId="{9A214464-B0CF-A19F-BE18-B64F7A0ADEE5}"/>
          </ac:spMkLst>
        </pc:spChg>
        <pc:spChg chg="add mod">
          <ac:chgData name="Mwangi, Kennedy (ILRI)" userId="d6f7610f-d49b-4f69-a633-2b309f4eb394" providerId="ADAL" clId="{13DDF35D-69A0-415C-98B7-B562357E22B6}" dt="2026-04-23T11:11:30.028" v="1937" actId="164"/>
          <ac:spMkLst>
            <pc:docMk/>
            <pc:sldMk cId="557316646" sldId="726"/>
            <ac:spMk id="10" creationId="{323D95E5-5813-AC87-92D4-47791AFF3EBB}"/>
          </ac:spMkLst>
        </pc:spChg>
        <pc:spChg chg="add mod">
          <ac:chgData name="Mwangi, Kennedy (ILRI)" userId="d6f7610f-d49b-4f69-a633-2b309f4eb394" providerId="ADAL" clId="{13DDF35D-69A0-415C-98B7-B562357E22B6}" dt="2026-04-23T11:02:39.058" v="1785" actId="20577"/>
          <ac:spMkLst>
            <pc:docMk/>
            <pc:sldMk cId="557316646" sldId="726"/>
            <ac:spMk id="11" creationId="{A45E2187-A3FC-1942-D222-22439E41B9CA}"/>
          </ac:spMkLst>
        </pc:spChg>
        <pc:spChg chg="add mod">
          <ac:chgData name="Mwangi, Kennedy (ILRI)" userId="d6f7610f-d49b-4f69-a633-2b309f4eb394" providerId="ADAL" clId="{13DDF35D-69A0-415C-98B7-B562357E22B6}" dt="2026-04-23T11:11:30.028" v="1937" actId="164"/>
          <ac:spMkLst>
            <pc:docMk/>
            <pc:sldMk cId="557316646" sldId="726"/>
            <ac:spMk id="12" creationId="{3F7D772E-EAD3-5513-D67C-AA1939B8DF4E}"/>
          </ac:spMkLst>
        </pc:spChg>
        <pc:spChg chg="add mod">
          <ac:chgData name="Mwangi, Kennedy (ILRI)" userId="d6f7610f-d49b-4f69-a633-2b309f4eb394" providerId="ADAL" clId="{13DDF35D-69A0-415C-98B7-B562357E22B6}" dt="2026-04-23T11:11:30.028" v="1937" actId="164"/>
          <ac:spMkLst>
            <pc:docMk/>
            <pc:sldMk cId="557316646" sldId="726"/>
            <ac:spMk id="13" creationId="{40F16A71-3DEE-D679-7AC7-7F44AD8628A7}"/>
          </ac:spMkLst>
        </pc:spChg>
        <pc:spChg chg="add mod">
          <ac:chgData name="Mwangi, Kennedy (ILRI)" userId="d6f7610f-d49b-4f69-a633-2b309f4eb394" providerId="ADAL" clId="{13DDF35D-69A0-415C-98B7-B562357E22B6}" dt="2026-04-23T11:07:47.354" v="1877" actId="1076"/>
          <ac:spMkLst>
            <pc:docMk/>
            <pc:sldMk cId="557316646" sldId="726"/>
            <ac:spMk id="14" creationId="{C6D99698-0703-2E46-4773-E898950E7720}"/>
          </ac:spMkLst>
        </pc:spChg>
        <pc:spChg chg="add mod">
          <ac:chgData name="Mwangi, Kennedy (ILRI)" userId="d6f7610f-d49b-4f69-a633-2b309f4eb394" providerId="ADAL" clId="{13DDF35D-69A0-415C-98B7-B562357E22B6}" dt="2026-04-23T11:11:30.028" v="1937" actId="164"/>
          <ac:spMkLst>
            <pc:docMk/>
            <pc:sldMk cId="557316646" sldId="726"/>
            <ac:spMk id="15" creationId="{672326C4-D7DE-F1C9-9D34-D656A6A03BF8}"/>
          </ac:spMkLst>
        </pc:spChg>
        <pc:spChg chg="add mod">
          <ac:chgData name="Mwangi, Kennedy (ILRI)" userId="d6f7610f-d49b-4f69-a633-2b309f4eb394" providerId="ADAL" clId="{13DDF35D-69A0-415C-98B7-B562357E22B6}" dt="2026-04-23T11:07:36.102" v="1875" actId="1076"/>
          <ac:spMkLst>
            <pc:docMk/>
            <pc:sldMk cId="557316646" sldId="726"/>
            <ac:spMk id="16" creationId="{C968DD00-959D-A1E6-ACE3-E658EFBD3029}"/>
          </ac:spMkLst>
        </pc:spChg>
        <pc:spChg chg="add mod">
          <ac:chgData name="Mwangi, Kennedy (ILRI)" userId="d6f7610f-d49b-4f69-a633-2b309f4eb394" providerId="ADAL" clId="{13DDF35D-69A0-415C-98B7-B562357E22B6}" dt="2026-04-23T11:07:32.882" v="1874" actId="1076"/>
          <ac:spMkLst>
            <pc:docMk/>
            <pc:sldMk cId="557316646" sldId="726"/>
            <ac:spMk id="17" creationId="{3200F5B2-C276-DCFB-3100-1966987DD873}"/>
          </ac:spMkLst>
        </pc:spChg>
        <pc:spChg chg="add mod">
          <ac:chgData name="Mwangi, Kennedy (ILRI)" userId="d6f7610f-d49b-4f69-a633-2b309f4eb394" providerId="ADAL" clId="{13DDF35D-69A0-415C-98B7-B562357E22B6}" dt="2026-04-23T11:11:30.028" v="1937" actId="164"/>
          <ac:spMkLst>
            <pc:docMk/>
            <pc:sldMk cId="557316646" sldId="726"/>
            <ac:spMk id="18" creationId="{1D52A9D3-C6E0-2B43-E526-E16B11C9105A}"/>
          </ac:spMkLst>
        </pc:spChg>
        <pc:spChg chg="add mod">
          <ac:chgData name="Mwangi, Kennedy (ILRI)" userId="d6f7610f-d49b-4f69-a633-2b309f4eb394" providerId="ADAL" clId="{13DDF35D-69A0-415C-98B7-B562357E22B6}" dt="2026-04-23T11:11:30.028" v="1937" actId="164"/>
          <ac:spMkLst>
            <pc:docMk/>
            <pc:sldMk cId="557316646" sldId="726"/>
            <ac:spMk id="19" creationId="{695D64D4-397D-73CD-574E-B02D73F43C62}"/>
          </ac:spMkLst>
        </pc:spChg>
        <pc:spChg chg="add mod">
          <ac:chgData name="Mwangi, Kennedy (ILRI)" userId="d6f7610f-d49b-4f69-a633-2b309f4eb394" providerId="ADAL" clId="{13DDF35D-69A0-415C-98B7-B562357E22B6}" dt="2026-04-23T11:07:18.885" v="1871" actId="1076"/>
          <ac:spMkLst>
            <pc:docMk/>
            <pc:sldMk cId="557316646" sldId="726"/>
            <ac:spMk id="20" creationId="{5A44213B-6856-0CDB-5B4E-83C5C8166935}"/>
          </ac:spMkLst>
        </pc:spChg>
        <pc:spChg chg="add mod">
          <ac:chgData name="Mwangi, Kennedy (ILRI)" userId="d6f7610f-d49b-4f69-a633-2b309f4eb394" providerId="ADAL" clId="{13DDF35D-69A0-415C-98B7-B562357E22B6}" dt="2026-04-23T11:08:38.489" v="1893" actId="1036"/>
          <ac:spMkLst>
            <pc:docMk/>
            <pc:sldMk cId="557316646" sldId="726"/>
            <ac:spMk id="21" creationId="{F86EF8A9-CCD0-0EFB-33B3-EAC530E83A1E}"/>
          </ac:spMkLst>
        </pc:spChg>
        <pc:spChg chg="del">
          <ac:chgData name="Mwangi, Kennedy (ILRI)" userId="d6f7610f-d49b-4f69-a633-2b309f4eb394" providerId="ADAL" clId="{13DDF35D-69A0-415C-98B7-B562357E22B6}" dt="2026-04-23T10:58:38.440" v="1693" actId="478"/>
          <ac:spMkLst>
            <pc:docMk/>
            <pc:sldMk cId="557316646" sldId="726"/>
            <ac:spMk id="27649" creationId="{9C48DC8F-487B-FA56-0CAC-BAEBAE55053C}"/>
          </ac:spMkLst>
        </pc:spChg>
        <pc:grpChg chg="add del">
          <ac:chgData name="Mwangi, Kennedy (ILRI)" userId="d6f7610f-d49b-4f69-a633-2b309f4eb394" providerId="ADAL" clId="{13DDF35D-69A0-415C-98B7-B562357E22B6}" dt="2026-04-23T11:09:30.685" v="1896" actId="21"/>
          <ac:grpSpMkLst>
            <pc:docMk/>
            <pc:sldMk cId="557316646" sldId="726"/>
            <ac:grpSpMk id="22" creationId="{933EB691-47D9-B832-8F7A-47EB35F498EF}"/>
          </ac:grpSpMkLst>
        </pc:grpChg>
        <pc:grpChg chg="del">
          <ac:chgData name="Mwangi, Kennedy (ILRI)" userId="d6f7610f-d49b-4f69-a633-2b309f4eb394" providerId="ADAL" clId="{13DDF35D-69A0-415C-98B7-B562357E22B6}" dt="2026-04-23T11:11:31.035" v="1938" actId="21"/>
          <ac:grpSpMkLst>
            <pc:docMk/>
            <pc:sldMk cId="557316646" sldId="726"/>
            <ac:grpSpMk id="23" creationId="{C9B7C51C-2309-9DF8-E325-BE36F2756CD2}"/>
          </ac:grpSpMkLst>
        </pc:grpChg>
        <pc:picChg chg="mod modCrop">
          <ac:chgData name="Mwangi, Kennedy (ILRI)" userId="d6f7610f-d49b-4f69-a633-2b309f4eb394" providerId="ADAL" clId="{13DDF35D-69A0-415C-98B7-B562357E22B6}" dt="2026-04-23T10:58:49.035" v="1695" actId="732"/>
          <ac:picMkLst>
            <pc:docMk/>
            <pc:sldMk cId="557316646" sldId="726"/>
            <ac:picMk id="3" creationId="{FE841B72-8B77-1B3C-A6A0-5976899A8758}"/>
          </ac:picMkLst>
        </pc:picChg>
      </pc:sldChg>
      <pc:sldChg chg="addSp delSp modSp add del mod">
        <pc:chgData name="Mwangi, Kennedy (ILRI)" userId="d6f7610f-d49b-4f69-a633-2b309f4eb394" providerId="ADAL" clId="{13DDF35D-69A0-415C-98B7-B562357E22B6}" dt="2026-04-23T11:38:46.733" v="2484" actId="2696"/>
        <pc:sldMkLst>
          <pc:docMk/>
          <pc:sldMk cId="668459460" sldId="726"/>
        </pc:sldMkLst>
        <pc:spChg chg="add del mod">
          <ac:chgData name="Mwangi, Kennedy (ILRI)" userId="d6f7610f-d49b-4f69-a633-2b309f4eb394" providerId="ADAL" clId="{13DDF35D-69A0-415C-98B7-B562357E22B6}" dt="2026-04-23T11:27:54.732" v="2245" actId="478"/>
          <ac:spMkLst>
            <pc:docMk/>
            <pc:sldMk cId="668459460" sldId="726"/>
            <ac:spMk id="2" creationId="{BD64A837-737D-46BE-C88E-0337D79450E9}"/>
          </ac:spMkLst>
        </pc:spChg>
        <pc:spChg chg="add mod">
          <ac:chgData name="Mwangi, Kennedy (ILRI)" userId="d6f7610f-d49b-4f69-a633-2b309f4eb394" providerId="ADAL" clId="{13DDF35D-69A0-415C-98B7-B562357E22B6}" dt="2026-04-23T11:36:37.049" v="2464" actId="164"/>
          <ac:spMkLst>
            <pc:docMk/>
            <pc:sldMk cId="668459460" sldId="726"/>
            <ac:spMk id="4" creationId="{9BAC92D2-27A3-08F1-18A7-A0A6AE22A985}"/>
          </ac:spMkLst>
        </pc:spChg>
        <pc:spChg chg="add mod">
          <ac:chgData name="Mwangi, Kennedy (ILRI)" userId="d6f7610f-d49b-4f69-a633-2b309f4eb394" providerId="ADAL" clId="{13DDF35D-69A0-415C-98B7-B562357E22B6}" dt="2026-04-23T11:36:37.049" v="2464" actId="164"/>
          <ac:spMkLst>
            <pc:docMk/>
            <pc:sldMk cId="668459460" sldId="726"/>
            <ac:spMk id="5" creationId="{A7D0EA01-235C-F278-E17E-EDF17E6E2393}"/>
          </ac:spMkLst>
        </pc:spChg>
        <pc:spChg chg="add mod">
          <ac:chgData name="Mwangi, Kennedy (ILRI)" userId="d6f7610f-d49b-4f69-a633-2b309f4eb394" providerId="ADAL" clId="{13DDF35D-69A0-415C-98B7-B562357E22B6}" dt="2026-04-23T11:31:19.145" v="2316" actId="20577"/>
          <ac:spMkLst>
            <pc:docMk/>
            <pc:sldMk cId="668459460" sldId="726"/>
            <ac:spMk id="6" creationId="{64EAF2D0-ED12-6E1C-F339-CEF6C3DE3463}"/>
          </ac:spMkLst>
        </pc:spChg>
        <pc:spChg chg="add mod">
          <ac:chgData name="Mwangi, Kennedy (ILRI)" userId="d6f7610f-d49b-4f69-a633-2b309f4eb394" providerId="ADAL" clId="{13DDF35D-69A0-415C-98B7-B562357E22B6}" dt="2026-04-23T11:31:25.586" v="2324" actId="20577"/>
          <ac:spMkLst>
            <pc:docMk/>
            <pc:sldMk cId="668459460" sldId="726"/>
            <ac:spMk id="7" creationId="{677026EB-CEF5-4C61-51E0-F99C670A64F4}"/>
          </ac:spMkLst>
        </pc:spChg>
        <pc:spChg chg="add mod">
          <ac:chgData name="Mwangi, Kennedy (ILRI)" userId="d6f7610f-d49b-4f69-a633-2b309f4eb394" providerId="ADAL" clId="{13DDF35D-69A0-415C-98B7-B562357E22B6}" dt="2026-04-23T11:36:37.049" v="2464" actId="164"/>
          <ac:spMkLst>
            <pc:docMk/>
            <pc:sldMk cId="668459460" sldId="726"/>
            <ac:spMk id="8" creationId="{5E53EA29-773B-F049-881E-FF2D575A6C19}"/>
          </ac:spMkLst>
        </pc:spChg>
        <pc:spChg chg="add mod">
          <ac:chgData name="Mwangi, Kennedy (ILRI)" userId="d6f7610f-d49b-4f69-a633-2b309f4eb394" providerId="ADAL" clId="{13DDF35D-69A0-415C-98B7-B562357E22B6}" dt="2026-04-23T11:36:37.049" v="2464" actId="164"/>
          <ac:spMkLst>
            <pc:docMk/>
            <pc:sldMk cId="668459460" sldId="726"/>
            <ac:spMk id="9" creationId="{7EDC5A96-566D-3199-DF02-95C36F35F58F}"/>
          </ac:spMkLst>
        </pc:spChg>
        <pc:spChg chg="add mod">
          <ac:chgData name="Mwangi, Kennedy (ILRI)" userId="d6f7610f-d49b-4f69-a633-2b309f4eb394" providerId="ADAL" clId="{13DDF35D-69A0-415C-98B7-B562357E22B6}" dt="2026-04-23T11:31:55.689" v="2348" actId="20577"/>
          <ac:spMkLst>
            <pc:docMk/>
            <pc:sldMk cId="668459460" sldId="726"/>
            <ac:spMk id="10" creationId="{6C2B22C4-36CB-06AD-209A-75A27018ABA8}"/>
          </ac:spMkLst>
        </pc:spChg>
        <pc:spChg chg="add mod">
          <ac:chgData name="Mwangi, Kennedy (ILRI)" userId="d6f7610f-d49b-4f69-a633-2b309f4eb394" providerId="ADAL" clId="{13DDF35D-69A0-415C-98B7-B562357E22B6}" dt="2026-04-23T11:36:37.049" v="2464" actId="164"/>
          <ac:spMkLst>
            <pc:docMk/>
            <pc:sldMk cId="668459460" sldId="726"/>
            <ac:spMk id="11" creationId="{A32390D6-AE69-C535-A1C6-B0D600D86352}"/>
          </ac:spMkLst>
        </pc:spChg>
        <pc:spChg chg="add mod">
          <ac:chgData name="Mwangi, Kennedy (ILRI)" userId="d6f7610f-d49b-4f69-a633-2b309f4eb394" providerId="ADAL" clId="{13DDF35D-69A0-415C-98B7-B562357E22B6}" dt="2026-04-23T11:32:11.097" v="2364" actId="20577"/>
          <ac:spMkLst>
            <pc:docMk/>
            <pc:sldMk cId="668459460" sldId="726"/>
            <ac:spMk id="12" creationId="{6EF73699-CEFB-5735-5F5B-D599A849137A}"/>
          </ac:spMkLst>
        </pc:spChg>
        <pc:spChg chg="add mod">
          <ac:chgData name="Mwangi, Kennedy (ILRI)" userId="d6f7610f-d49b-4f69-a633-2b309f4eb394" providerId="ADAL" clId="{13DDF35D-69A0-415C-98B7-B562357E22B6}" dt="2026-04-23T11:36:37.049" v="2464" actId="164"/>
          <ac:spMkLst>
            <pc:docMk/>
            <pc:sldMk cId="668459460" sldId="726"/>
            <ac:spMk id="13" creationId="{D784F30F-8B0E-A0B0-4EB7-F186AC1B0AB6}"/>
          </ac:spMkLst>
        </pc:spChg>
        <pc:spChg chg="add mod">
          <ac:chgData name="Mwangi, Kennedy (ILRI)" userId="d6f7610f-d49b-4f69-a633-2b309f4eb394" providerId="ADAL" clId="{13DDF35D-69A0-415C-98B7-B562357E22B6}" dt="2026-04-23T11:32:30.632" v="2380" actId="20577"/>
          <ac:spMkLst>
            <pc:docMk/>
            <pc:sldMk cId="668459460" sldId="726"/>
            <ac:spMk id="14" creationId="{D29D8C70-33C3-D724-7BC6-3042CCAC088F}"/>
          </ac:spMkLst>
        </pc:spChg>
        <pc:spChg chg="add mod">
          <ac:chgData name="Mwangi, Kennedy (ILRI)" userId="d6f7610f-d49b-4f69-a633-2b309f4eb394" providerId="ADAL" clId="{13DDF35D-69A0-415C-98B7-B562357E22B6}" dt="2026-04-23T11:32:43.734" v="2388" actId="20577"/>
          <ac:spMkLst>
            <pc:docMk/>
            <pc:sldMk cId="668459460" sldId="726"/>
            <ac:spMk id="15" creationId="{9DD7FE5A-FDBC-EB32-7FD5-99FE9C260CC4}"/>
          </ac:spMkLst>
        </pc:spChg>
        <pc:spChg chg="add mod">
          <ac:chgData name="Mwangi, Kennedy (ILRI)" userId="d6f7610f-d49b-4f69-a633-2b309f4eb394" providerId="ADAL" clId="{13DDF35D-69A0-415C-98B7-B562357E22B6}" dt="2026-04-23T11:36:37.049" v="2464" actId="164"/>
          <ac:spMkLst>
            <pc:docMk/>
            <pc:sldMk cId="668459460" sldId="726"/>
            <ac:spMk id="16" creationId="{866A2F30-A1E0-7AFA-03B2-88931C4B0FF2}"/>
          </ac:spMkLst>
        </pc:spChg>
        <pc:spChg chg="add mod">
          <ac:chgData name="Mwangi, Kennedy (ILRI)" userId="d6f7610f-d49b-4f69-a633-2b309f4eb394" providerId="ADAL" clId="{13DDF35D-69A0-415C-98B7-B562357E22B6}" dt="2026-04-23T11:36:37.049" v="2464" actId="164"/>
          <ac:spMkLst>
            <pc:docMk/>
            <pc:sldMk cId="668459460" sldId="726"/>
            <ac:spMk id="17" creationId="{28050506-2BC2-A3F2-A244-C3887087521A}"/>
          </ac:spMkLst>
        </pc:spChg>
        <pc:spChg chg="add mod">
          <ac:chgData name="Mwangi, Kennedy (ILRI)" userId="d6f7610f-d49b-4f69-a633-2b309f4eb394" providerId="ADAL" clId="{13DDF35D-69A0-415C-98B7-B562357E22B6}" dt="2026-04-23T11:33:18.287" v="2413" actId="14100"/>
          <ac:spMkLst>
            <pc:docMk/>
            <pc:sldMk cId="668459460" sldId="726"/>
            <ac:spMk id="18" creationId="{1B2CAB38-71AB-5FFC-B9D2-1C44EEA64DD4}"/>
          </ac:spMkLst>
        </pc:spChg>
        <pc:spChg chg="add mod">
          <ac:chgData name="Mwangi, Kennedy (ILRI)" userId="d6f7610f-d49b-4f69-a633-2b309f4eb394" providerId="ADAL" clId="{13DDF35D-69A0-415C-98B7-B562357E22B6}" dt="2026-04-23T11:36:37.049" v="2464" actId="164"/>
          <ac:spMkLst>
            <pc:docMk/>
            <pc:sldMk cId="668459460" sldId="726"/>
            <ac:spMk id="19" creationId="{10BD350C-9AD3-0587-A598-624B83357CA9}"/>
          </ac:spMkLst>
        </pc:spChg>
        <pc:spChg chg="add mod">
          <ac:chgData name="Mwangi, Kennedy (ILRI)" userId="d6f7610f-d49b-4f69-a633-2b309f4eb394" providerId="ADAL" clId="{13DDF35D-69A0-415C-98B7-B562357E22B6}" dt="2026-04-23T11:33:34.606" v="2430" actId="20577"/>
          <ac:spMkLst>
            <pc:docMk/>
            <pc:sldMk cId="668459460" sldId="726"/>
            <ac:spMk id="20" creationId="{9F905507-5AB8-66D3-6D2C-7D7EBB919711}"/>
          </ac:spMkLst>
        </pc:spChg>
        <pc:spChg chg="add mod">
          <ac:chgData name="Mwangi, Kennedy (ILRI)" userId="d6f7610f-d49b-4f69-a633-2b309f4eb394" providerId="ADAL" clId="{13DDF35D-69A0-415C-98B7-B562357E22B6}" dt="2026-04-23T11:36:37.049" v="2464" actId="164"/>
          <ac:spMkLst>
            <pc:docMk/>
            <pc:sldMk cId="668459460" sldId="726"/>
            <ac:spMk id="21" creationId="{256AF1E3-48DF-135A-662F-90497D0ACE95}"/>
          </ac:spMkLst>
        </pc:spChg>
        <pc:spChg chg="del">
          <ac:chgData name="Mwangi, Kennedy (ILRI)" userId="d6f7610f-d49b-4f69-a633-2b309f4eb394" providerId="ADAL" clId="{13DDF35D-69A0-415C-98B7-B562357E22B6}" dt="2026-04-23T11:27:53.825" v="2244" actId="478"/>
          <ac:spMkLst>
            <pc:docMk/>
            <pc:sldMk cId="668459460" sldId="726"/>
            <ac:spMk id="27649" creationId="{5075B311-5A19-41A1-9B09-EB5AE7C7B65F}"/>
          </ac:spMkLst>
        </pc:spChg>
        <pc:grpChg chg="del">
          <ac:chgData name="Mwangi, Kennedy (ILRI)" userId="d6f7610f-d49b-4f69-a633-2b309f4eb394" providerId="ADAL" clId="{13DDF35D-69A0-415C-98B7-B562357E22B6}" dt="2026-04-23T11:36:40.836" v="2465" actId="21"/>
          <ac:grpSpMkLst>
            <pc:docMk/>
            <pc:sldMk cId="668459460" sldId="726"/>
            <ac:grpSpMk id="22" creationId="{8632BD0E-1926-C585-72A0-EA52D4D9776B}"/>
          </ac:grpSpMkLst>
        </pc:grpChg>
        <pc:picChg chg="mod modCrop">
          <ac:chgData name="Mwangi, Kennedy (ILRI)" userId="d6f7610f-d49b-4f69-a633-2b309f4eb394" providerId="ADAL" clId="{13DDF35D-69A0-415C-98B7-B562357E22B6}" dt="2026-04-23T11:28:27.099" v="2251" actId="14100"/>
          <ac:picMkLst>
            <pc:docMk/>
            <pc:sldMk cId="668459460" sldId="726"/>
            <ac:picMk id="3" creationId="{14E97072-BC30-9E9D-4A3A-3433E1951568}"/>
          </ac:picMkLst>
        </pc:picChg>
        <pc:picChg chg="add del">
          <ac:chgData name="Mwangi, Kennedy (ILRI)" userId="d6f7610f-d49b-4f69-a633-2b309f4eb394" providerId="ADAL" clId="{13DDF35D-69A0-415C-98B7-B562357E22B6}" dt="2026-04-23T11:38:15.916" v="2477" actId="21"/>
          <ac:picMkLst>
            <pc:docMk/>
            <pc:sldMk cId="668459460" sldId="726"/>
            <ac:picMk id="24" creationId="{120488D9-C3AB-11C4-0E00-80A6FE9F49AC}"/>
          </ac:picMkLst>
        </pc:picChg>
      </pc:sldChg>
      <pc:sldChg chg="addSp delSp modSp add del mod">
        <pc:chgData name="Mwangi, Kennedy (ILRI)" userId="d6f7610f-d49b-4f69-a633-2b309f4eb394" providerId="ADAL" clId="{13DDF35D-69A0-415C-98B7-B562357E22B6}" dt="2026-04-23T11:26:35.040" v="2236" actId="2696"/>
        <pc:sldMkLst>
          <pc:docMk/>
          <pc:sldMk cId="1711734533" sldId="726"/>
        </pc:sldMkLst>
        <pc:spChg chg="add del mod">
          <ac:chgData name="Mwangi, Kennedy (ILRI)" userId="d6f7610f-d49b-4f69-a633-2b309f4eb394" providerId="ADAL" clId="{13DDF35D-69A0-415C-98B7-B562357E22B6}" dt="2026-04-23T11:12:50.276" v="1944" actId="478"/>
          <ac:spMkLst>
            <pc:docMk/>
            <pc:sldMk cId="1711734533" sldId="726"/>
            <ac:spMk id="3" creationId="{983E5635-58D4-C4AF-A11C-1CF4AAFA3528}"/>
          </ac:spMkLst>
        </pc:spChg>
        <pc:spChg chg="add mod">
          <ac:chgData name="Mwangi, Kennedy (ILRI)" userId="d6f7610f-d49b-4f69-a633-2b309f4eb394" providerId="ADAL" clId="{13DDF35D-69A0-415C-98B7-B562357E22B6}" dt="2026-04-23T11:23:53.762" v="2219" actId="164"/>
          <ac:spMkLst>
            <pc:docMk/>
            <pc:sldMk cId="1711734533" sldId="726"/>
            <ac:spMk id="4" creationId="{D10732EE-0DF6-AAAA-B922-13695A8F2C4F}"/>
          </ac:spMkLst>
        </pc:spChg>
        <pc:spChg chg="add mod">
          <ac:chgData name="Mwangi, Kennedy (ILRI)" userId="d6f7610f-d49b-4f69-a633-2b309f4eb394" providerId="ADAL" clId="{13DDF35D-69A0-415C-98B7-B562357E22B6}" dt="2026-04-23T11:23:53.762" v="2219" actId="164"/>
          <ac:spMkLst>
            <pc:docMk/>
            <pc:sldMk cId="1711734533" sldId="726"/>
            <ac:spMk id="5" creationId="{825D3B02-8AEA-F625-9EB9-5044A5F3648D}"/>
          </ac:spMkLst>
        </pc:spChg>
        <pc:spChg chg="add mod">
          <ac:chgData name="Mwangi, Kennedy (ILRI)" userId="d6f7610f-d49b-4f69-a633-2b309f4eb394" providerId="ADAL" clId="{13DDF35D-69A0-415C-98B7-B562357E22B6}" dt="2026-04-23T11:23:53.762" v="2219" actId="164"/>
          <ac:spMkLst>
            <pc:docMk/>
            <pc:sldMk cId="1711734533" sldId="726"/>
            <ac:spMk id="6" creationId="{C60BBF7C-B0FD-7646-106F-81E4B1B82FB3}"/>
          </ac:spMkLst>
        </pc:spChg>
        <pc:spChg chg="add mod">
          <ac:chgData name="Mwangi, Kennedy (ILRI)" userId="d6f7610f-d49b-4f69-a633-2b309f4eb394" providerId="ADAL" clId="{13DDF35D-69A0-415C-98B7-B562357E22B6}" dt="2026-04-23T11:23:53.762" v="2219" actId="164"/>
          <ac:spMkLst>
            <pc:docMk/>
            <pc:sldMk cId="1711734533" sldId="726"/>
            <ac:spMk id="7" creationId="{24CC23C4-C1E8-7EDE-A631-9AFB00E021BF}"/>
          </ac:spMkLst>
        </pc:spChg>
        <pc:spChg chg="add mod">
          <ac:chgData name="Mwangi, Kennedy (ILRI)" userId="d6f7610f-d49b-4f69-a633-2b309f4eb394" providerId="ADAL" clId="{13DDF35D-69A0-415C-98B7-B562357E22B6}" dt="2026-04-23T11:23:53.762" v="2219" actId="164"/>
          <ac:spMkLst>
            <pc:docMk/>
            <pc:sldMk cId="1711734533" sldId="726"/>
            <ac:spMk id="8" creationId="{2A264571-BE27-2573-9BA5-AF2AF5CC9730}"/>
          </ac:spMkLst>
        </pc:spChg>
        <pc:spChg chg="add mod">
          <ac:chgData name="Mwangi, Kennedy (ILRI)" userId="d6f7610f-d49b-4f69-a633-2b309f4eb394" providerId="ADAL" clId="{13DDF35D-69A0-415C-98B7-B562357E22B6}" dt="2026-04-23T11:23:53.762" v="2219" actId="164"/>
          <ac:spMkLst>
            <pc:docMk/>
            <pc:sldMk cId="1711734533" sldId="726"/>
            <ac:spMk id="9" creationId="{55A9A48F-889B-FA7D-AE77-904F3161178F}"/>
          </ac:spMkLst>
        </pc:spChg>
        <pc:spChg chg="add mod">
          <ac:chgData name="Mwangi, Kennedy (ILRI)" userId="d6f7610f-d49b-4f69-a633-2b309f4eb394" providerId="ADAL" clId="{13DDF35D-69A0-415C-98B7-B562357E22B6}" dt="2026-04-23T11:19:33.383" v="2149" actId="1037"/>
          <ac:spMkLst>
            <pc:docMk/>
            <pc:sldMk cId="1711734533" sldId="726"/>
            <ac:spMk id="10" creationId="{517E7D32-94E6-7E87-E403-E28300F2CE54}"/>
          </ac:spMkLst>
        </pc:spChg>
        <pc:spChg chg="add mod">
          <ac:chgData name="Mwangi, Kennedy (ILRI)" userId="d6f7610f-d49b-4f69-a633-2b309f4eb394" providerId="ADAL" clId="{13DDF35D-69A0-415C-98B7-B562357E22B6}" dt="2026-04-23T11:23:53.762" v="2219" actId="164"/>
          <ac:spMkLst>
            <pc:docMk/>
            <pc:sldMk cId="1711734533" sldId="726"/>
            <ac:spMk id="11" creationId="{239972B6-27B0-3A48-249F-56EF8ADCEF64}"/>
          </ac:spMkLst>
        </pc:spChg>
        <pc:spChg chg="add mod">
          <ac:chgData name="Mwangi, Kennedy (ILRI)" userId="d6f7610f-d49b-4f69-a633-2b309f4eb394" providerId="ADAL" clId="{13DDF35D-69A0-415C-98B7-B562357E22B6}" dt="2026-04-23T11:23:53.762" v="2219" actId="164"/>
          <ac:spMkLst>
            <pc:docMk/>
            <pc:sldMk cId="1711734533" sldId="726"/>
            <ac:spMk id="12" creationId="{A90ECAF8-4783-B58A-3F5A-0674F9E47B6C}"/>
          </ac:spMkLst>
        </pc:spChg>
        <pc:spChg chg="add mod">
          <ac:chgData name="Mwangi, Kennedy (ILRI)" userId="d6f7610f-d49b-4f69-a633-2b309f4eb394" providerId="ADAL" clId="{13DDF35D-69A0-415C-98B7-B562357E22B6}" dt="2026-04-23T11:23:53.762" v="2219" actId="164"/>
          <ac:spMkLst>
            <pc:docMk/>
            <pc:sldMk cId="1711734533" sldId="726"/>
            <ac:spMk id="13" creationId="{D4DBB40A-0A04-92C3-1D62-DCB0EB7F0336}"/>
          </ac:spMkLst>
        </pc:spChg>
        <pc:spChg chg="add mod">
          <ac:chgData name="Mwangi, Kennedy (ILRI)" userId="d6f7610f-d49b-4f69-a633-2b309f4eb394" providerId="ADAL" clId="{13DDF35D-69A0-415C-98B7-B562357E22B6}" dt="2026-04-23T11:19:46.969" v="2178" actId="1037"/>
          <ac:spMkLst>
            <pc:docMk/>
            <pc:sldMk cId="1711734533" sldId="726"/>
            <ac:spMk id="14" creationId="{AEC4C6C5-914F-F461-16CA-34E665E615D7}"/>
          </ac:spMkLst>
        </pc:spChg>
        <pc:spChg chg="add mod">
          <ac:chgData name="Mwangi, Kennedy (ILRI)" userId="d6f7610f-d49b-4f69-a633-2b309f4eb394" providerId="ADAL" clId="{13DDF35D-69A0-415C-98B7-B562357E22B6}" dt="2026-04-23T11:23:53.762" v="2219" actId="164"/>
          <ac:spMkLst>
            <pc:docMk/>
            <pc:sldMk cId="1711734533" sldId="726"/>
            <ac:spMk id="15" creationId="{4202A8F8-2373-7D90-0CE9-593581E5F650}"/>
          </ac:spMkLst>
        </pc:spChg>
        <pc:spChg chg="del">
          <ac:chgData name="Mwangi, Kennedy (ILRI)" userId="d6f7610f-d49b-4f69-a633-2b309f4eb394" providerId="ADAL" clId="{13DDF35D-69A0-415C-98B7-B562357E22B6}" dt="2026-04-23T11:12:48.406" v="1943" actId="478"/>
          <ac:spMkLst>
            <pc:docMk/>
            <pc:sldMk cId="1711734533" sldId="726"/>
            <ac:spMk id="27649" creationId="{29A20BAD-1674-5B47-570E-E1BE2A47AF6E}"/>
          </ac:spMkLst>
        </pc:spChg>
        <pc:grpChg chg="add del">
          <ac:chgData name="Mwangi, Kennedy (ILRI)" userId="d6f7610f-d49b-4f69-a633-2b309f4eb394" providerId="ADAL" clId="{13DDF35D-69A0-415C-98B7-B562357E22B6}" dt="2026-04-23T11:20:02.578" v="2185" actId="21"/>
          <ac:grpSpMkLst>
            <pc:docMk/>
            <pc:sldMk cId="1711734533" sldId="726"/>
            <ac:grpSpMk id="16" creationId="{C7A2D2AB-12B2-6B7C-63E8-3812AFB71AEA}"/>
          </ac:grpSpMkLst>
        </pc:grpChg>
        <pc:grpChg chg="del">
          <ac:chgData name="Mwangi, Kennedy (ILRI)" userId="d6f7610f-d49b-4f69-a633-2b309f4eb394" providerId="ADAL" clId="{13DDF35D-69A0-415C-98B7-B562357E22B6}" dt="2026-04-23T11:23:55.410" v="2220" actId="21"/>
          <ac:grpSpMkLst>
            <pc:docMk/>
            <pc:sldMk cId="1711734533" sldId="726"/>
            <ac:grpSpMk id="17" creationId="{98CE5313-E2AE-B34B-06AC-66C148B0CDBA}"/>
          </ac:grpSpMkLst>
        </pc:grpChg>
        <pc:picChg chg="mod modCrop">
          <ac:chgData name="Mwangi, Kennedy (ILRI)" userId="d6f7610f-d49b-4f69-a633-2b309f4eb394" providerId="ADAL" clId="{13DDF35D-69A0-415C-98B7-B562357E22B6}" dt="2026-04-23T11:13:54.787" v="1952" actId="14100"/>
          <ac:picMkLst>
            <pc:docMk/>
            <pc:sldMk cId="1711734533" sldId="726"/>
            <ac:picMk id="2" creationId="{09C06358-43A0-4C43-287D-BD6D631AA382}"/>
          </ac:picMkLst>
        </pc:picChg>
        <pc:picChg chg="add del">
          <ac:chgData name="Mwangi, Kennedy (ILRI)" userId="d6f7610f-d49b-4f69-a633-2b309f4eb394" providerId="ADAL" clId="{13DDF35D-69A0-415C-98B7-B562357E22B6}" dt="2026-04-23T11:26:07.512" v="2233" actId="21"/>
          <ac:picMkLst>
            <pc:docMk/>
            <pc:sldMk cId="1711734533" sldId="726"/>
            <ac:picMk id="19" creationId="{94A9A624-F452-B7C1-6928-8F345AB9925B}"/>
          </ac:picMkLst>
        </pc:picChg>
      </pc:sldChg>
      <pc:sldChg chg="addSp delSp modSp add del mod">
        <pc:chgData name="Mwangi, Kennedy (ILRI)" userId="d6f7610f-d49b-4f69-a633-2b309f4eb394" providerId="ADAL" clId="{13DDF35D-69A0-415C-98B7-B562357E22B6}" dt="2026-04-23T10:55:46.776" v="1690" actId="2696"/>
        <pc:sldMkLst>
          <pc:docMk/>
          <pc:sldMk cId="3647282018" sldId="726"/>
        </pc:sldMkLst>
        <pc:spChg chg="add del mod">
          <ac:chgData name="Mwangi, Kennedy (ILRI)" userId="d6f7610f-d49b-4f69-a633-2b309f4eb394" providerId="ADAL" clId="{13DDF35D-69A0-415C-98B7-B562357E22B6}" dt="2026-04-23T10:44:49.079" v="1521" actId="478"/>
          <ac:spMkLst>
            <pc:docMk/>
            <pc:sldMk cId="3647282018" sldId="726"/>
            <ac:spMk id="3" creationId="{47DD278A-939D-679A-B913-4F17BAD9F2AE}"/>
          </ac:spMkLst>
        </pc:spChg>
        <pc:spChg chg="add del mod">
          <ac:chgData name="Mwangi, Kennedy (ILRI)" userId="d6f7610f-d49b-4f69-a633-2b309f4eb394" providerId="ADAL" clId="{13DDF35D-69A0-415C-98B7-B562357E22B6}" dt="2026-04-23T10:46:52.245" v="1529"/>
          <ac:spMkLst>
            <pc:docMk/>
            <pc:sldMk cId="3647282018" sldId="726"/>
            <ac:spMk id="4" creationId="{3427C963-EEBB-18A8-81D4-548BC9EA9946}"/>
          </ac:spMkLst>
        </pc:spChg>
        <pc:spChg chg="add del mod">
          <ac:chgData name="Mwangi, Kennedy (ILRI)" userId="d6f7610f-d49b-4f69-a633-2b309f4eb394" providerId="ADAL" clId="{13DDF35D-69A0-415C-98B7-B562357E22B6}" dt="2026-04-23T10:46:52.245" v="1531"/>
          <ac:spMkLst>
            <pc:docMk/>
            <pc:sldMk cId="3647282018" sldId="726"/>
            <ac:spMk id="5" creationId="{DCAEDFD4-5EB1-5933-E1FF-C25707CA61BC}"/>
          </ac:spMkLst>
        </pc:spChg>
        <pc:spChg chg="add mod">
          <ac:chgData name="Mwangi, Kennedy (ILRI)" userId="d6f7610f-d49b-4f69-a633-2b309f4eb394" providerId="ADAL" clId="{13DDF35D-69A0-415C-98B7-B562357E22B6}" dt="2026-04-23T10:55:20.128" v="1683" actId="164"/>
          <ac:spMkLst>
            <pc:docMk/>
            <pc:sldMk cId="3647282018" sldId="726"/>
            <ac:spMk id="6" creationId="{12521D1D-66ED-3F69-C277-35F325A66A96}"/>
          </ac:spMkLst>
        </pc:spChg>
        <pc:spChg chg="add mod">
          <ac:chgData name="Mwangi, Kennedy (ILRI)" userId="d6f7610f-d49b-4f69-a633-2b309f4eb394" providerId="ADAL" clId="{13DDF35D-69A0-415C-98B7-B562357E22B6}" dt="2026-04-23T10:55:20.128" v="1683" actId="164"/>
          <ac:spMkLst>
            <pc:docMk/>
            <pc:sldMk cId="3647282018" sldId="726"/>
            <ac:spMk id="7" creationId="{34937056-AA9A-2CB7-05A4-6013D2B13D86}"/>
          </ac:spMkLst>
        </pc:spChg>
        <pc:spChg chg="add mod">
          <ac:chgData name="Mwangi, Kennedy (ILRI)" userId="d6f7610f-d49b-4f69-a633-2b309f4eb394" providerId="ADAL" clId="{13DDF35D-69A0-415C-98B7-B562357E22B6}" dt="2026-04-23T10:55:20.128" v="1683" actId="164"/>
          <ac:spMkLst>
            <pc:docMk/>
            <pc:sldMk cId="3647282018" sldId="726"/>
            <ac:spMk id="8" creationId="{93455468-8A94-18BD-D28E-05D6099FEC1B}"/>
          </ac:spMkLst>
        </pc:spChg>
        <pc:spChg chg="add mod">
          <ac:chgData name="Mwangi, Kennedy (ILRI)" userId="d6f7610f-d49b-4f69-a633-2b309f4eb394" providerId="ADAL" clId="{13DDF35D-69A0-415C-98B7-B562357E22B6}" dt="2026-04-23T10:55:20.128" v="1683" actId="164"/>
          <ac:spMkLst>
            <pc:docMk/>
            <pc:sldMk cId="3647282018" sldId="726"/>
            <ac:spMk id="9" creationId="{D5BDD6E5-EF36-27A6-6905-611D1E011428}"/>
          </ac:spMkLst>
        </pc:spChg>
        <pc:spChg chg="add mod">
          <ac:chgData name="Mwangi, Kennedy (ILRI)" userId="d6f7610f-d49b-4f69-a633-2b309f4eb394" providerId="ADAL" clId="{13DDF35D-69A0-415C-98B7-B562357E22B6}" dt="2026-04-23T10:55:20.128" v="1683" actId="164"/>
          <ac:spMkLst>
            <pc:docMk/>
            <pc:sldMk cId="3647282018" sldId="726"/>
            <ac:spMk id="10" creationId="{90D681AA-006D-73BD-D40C-65093C44DC72}"/>
          </ac:spMkLst>
        </pc:spChg>
        <pc:spChg chg="add mod">
          <ac:chgData name="Mwangi, Kennedy (ILRI)" userId="d6f7610f-d49b-4f69-a633-2b309f4eb394" providerId="ADAL" clId="{13DDF35D-69A0-415C-98B7-B562357E22B6}" dt="2026-04-23T10:55:20.128" v="1683" actId="164"/>
          <ac:spMkLst>
            <pc:docMk/>
            <pc:sldMk cId="3647282018" sldId="726"/>
            <ac:spMk id="11" creationId="{C7AE26B6-BA3F-63D4-953C-CA51F1765CFA}"/>
          </ac:spMkLst>
        </pc:spChg>
        <pc:spChg chg="add mod">
          <ac:chgData name="Mwangi, Kennedy (ILRI)" userId="d6f7610f-d49b-4f69-a633-2b309f4eb394" providerId="ADAL" clId="{13DDF35D-69A0-415C-98B7-B562357E22B6}" dt="2026-04-23T10:55:20.128" v="1683" actId="164"/>
          <ac:spMkLst>
            <pc:docMk/>
            <pc:sldMk cId="3647282018" sldId="726"/>
            <ac:spMk id="12" creationId="{42409E65-3A1A-FDF8-4951-D32AE05E5A65}"/>
          </ac:spMkLst>
        </pc:spChg>
        <pc:spChg chg="add mod">
          <ac:chgData name="Mwangi, Kennedy (ILRI)" userId="d6f7610f-d49b-4f69-a633-2b309f4eb394" providerId="ADAL" clId="{13DDF35D-69A0-415C-98B7-B562357E22B6}" dt="2026-04-23T10:55:20.128" v="1683" actId="164"/>
          <ac:spMkLst>
            <pc:docMk/>
            <pc:sldMk cId="3647282018" sldId="726"/>
            <ac:spMk id="13" creationId="{53681535-A74D-36A7-0E5C-363DCCFEE4B3}"/>
          </ac:spMkLst>
        </pc:spChg>
        <pc:spChg chg="add mod">
          <ac:chgData name="Mwangi, Kennedy (ILRI)" userId="d6f7610f-d49b-4f69-a633-2b309f4eb394" providerId="ADAL" clId="{13DDF35D-69A0-415C-98B7-B562357E22B6}" dt="2026-04-23T10:52:40.295" v="1632" actId="1076"/>
          <ac:spMkLst>
            <pc:docMk/>
            <pc:sldMk cId="3647282018" sldId="726"/>
            <ac:spMk id="14" creationId="{C861B5C1-5BBE-6A2E-A794-58ADEDA76647}"/>
          </ac:spMkLst>
        </pc:spChg>
        <pc:spChg chg="add mod">
          <ac:chgData name="Mwangi, Kennedy (ILRI)" userId="d6f7610f-d49b-4f69-a633-2b309f4eb394" providerId="ADAL" clId="{13DDF35D-69A0-415C-98B7-B562357E22B6}" dt="2026-04-23T10:52:50.568" v="1638" actId="14100"/>
          <ac:spMkLst>
            <pc:docMk/>
            <pc:sldMk cId="3647282018" sldId="726"/>
            <ac:spMk id="15" creationId="{AC9C8F84-A773-4D63-3556-CB90AB1331E7}"/>
          </ac:spMkLst>
        </pc:spChg>
        <pc:spChg chg="add mod">
          <ac:chgData name="Mwangi, Kennedy (ILRI)" userId="d6f7610f-d49b-4f69-a633-2b309f4eb394" providerId="ADAL" clId="{13DDF35D-69A0-415C-98B7-B562357E22B6}" dt="2026-04-23T10:55:20.128" v="1683" actId="164"/>
          <ac:spMkLst>
            <pc:docMk/>
            <pc:sldMk cId="3647282018" sldId="726"/>
            <ac:spMk id="16" creationId="{7FCA4ABF-306A-788E-9EE3-450A63BF0A9D}"/>
          </ac:spMkLst>
        </pc:spChg>
        <pc:spChg chg="add mod">
          <ac:chgData name="Mwangi, Kennedy (ILRI)" userId="d6f7610f-d49b-4f69-a633-2b309f4eb394" providerId="ADAL" clId="{13DDF35D-69A0-415C-98B7-B562357E22B6}" dt="2026-04-23T10:55:20.128" v="1683" actId="164"/>
          <ac:spMkLst>
            <pc:docMk/>
            <pc:sldMk cId="3647282018" sldId="726"/>
            <ac:spMk id="17" creationId="{A10C2B9A-7B07-F739-D069-7242BE46A265}"/>
          </ac:spMkLst>
        </pc:spChg>
        <pc:spChg chg="del">
          <ac:chgData name="Mwangi, Kennedy (ILRI)" userId="d6f7610f-d49b-4f69-a633-2b309f4eb394" providerId="ADAL" clId="{13DDF35D-69A0-415C-98B7-B562357E22B6}" dt="2026-04-23T10:44:46.201" v="1520" actId="478"/>
          <ac:spMkLst>
            <pc:docMk/>
            <pc:sldMk cId="3647282018" sldId="726"/>
            <ac:spMk id="27649" creationId="{1AAB8985-747D-77DB-8358-3282A48080FA}"/>
          </ac:spMkLst>
        </pc:spChg>
        <pc:grpChg chg="del">
          <ac:chgData name="Mwangi, Kennedy (ILRI)" userId="d6f7610f-d49b-4f69-a633-2b309f4eb394" providerId="ADAL" clId="{13DDF35D-69A0-415C-98B7-B562357E22B6}" dt="2026-04-23T10:55:21.785" v="1684" actId="21"/>
          <ac:grpSpMkLst>
            <pc:docMk/>
            <pc:sldMk cId="3647282018" sldId="726"/>
            <ac:grpSpMk id="18" creationId="{EA27F970-6331-5C0A-5333-416661E2742D}"/>
          </ac:grpSpMkLst>
        </pc:grpChg>
        <pc:picChg chg="mod modCrop">
          <ac:chgData name="Mwangi, Kennedy (ILRI)" userId="d6f7610f-d49b-4f69-a633-2b309f4eb394" providerId="ADAL" clId="{13DDF35D-69A0-415C-98B7-B562357E22B6}" dt="2026-04-23T10:48:47.007" v="1544" actId="732"/>
          <ac:picMkLst>
            <pc:docMk/>
            <pc:sldMk cId="3647282018" sldId="726"/>
            <ac:picMk id="2" creationId="{0AFFF9E3-07DF-AD12-E6A2-3329B530CB51}"/>
          </ac:picMkLst>
        </pc:picChg>
        <pc:picChg chg="add del">
          <ac:chgData name="Mwangi, Kennedy (ILRI)" userId="d6f7610f-d49b-4f69-a633-2b309f4eb394" providerId="ADAL" clId="{13DDF35D-69A0-415C-98B7-B562357E22B6}" dt="2026-04-23T10:55:37.398" v="1687" actId="21"/>
          <ac:picMkLst>
            <pc:docMk/>
            <pc:sldMk cId="3647282018" sldId="726"/>
            <ac:picMk id="20" creationId="{FD50A780-8099-52CC-3806-8FBE548CF8A6}"/>
          </ac:picMkLst>
        </pc:picChg>
      </pc:sldChg>
      <pc:sldChg chg="addSp delSp modSp add del mod">
        <pc:chgData name="Mwangi, Kennedy (ILRI)" userId="d6f7610f-d49b-4f69-a633-2b309f4eb394" providerId="ADAL" clId="{13DDF35D-69A0-415C-98B7-B562357E22B6}" dt="2026-04-23T11:25:26.115" v="2231" actId="2696"/>
        <pc:sldMkLst>
          <pc:docMk/>
          <pc:sldMk cId="1002383028" sldId="727"/>
        </pc:sldMkLst>
        <pc:spChg chg="add del mod">
          <ac:chgData name="Mwangi, Kennedy (ILRI)" userId="d6f7610f-d49b-4f69-a633-2b309f4eb394" providerId="ADAL" clId="{13DDF35D-69A0-415C-98B7-B562357E22B6}" dt="2026-04-23T11:20:49.569" v="2189" actId="478"/>
          <ac:spMkLst>
            <pc:docMk/>
            <pc:sldMk cId="1002383028" sldId="727"/>
            <ac:spMk id="3" creationId="{7868734B-F8F5-0C9A-0112-B26D7252CE6E}"/>
          </ac:spMkLst>
        </pc:spChg>
        <pc:spChg chg="add mod">
          <ac:chgData name="Mwangi, Kennedy (ILRI)" userId="d6f7610f-d49b-4f69-a633-2b309f4eb394" providerId="ADAL" clId="{13DDF35D-69A0-415C-98B7-B562357E22B6}" dt="2026-04-23T11:23:41.560" v="2216" actId="164"/>
          <ac:spMkLst>
            <pc:docMk/>
            <pc:sldMk cId="1002383028" sldId="727"/>
            <ac:spMk id="4" creationId="{98CF9639-3DE9-76F7-BDB3-D6458800A99B}"/>
          </ac:spMkLst>
        </pc:spChg>
        <pc:spChg chg="add mod">
          <ac:chgData name="Mwangi, Kennedy (ILRI)" userId="d6f7610f-d49b-4f69-a633-2b309f4eb394" providerId="ADAL" clId="{13DDF35D-69A0-415C-98B7-B562357E22B6}" dt="2026-04-23T11:23:41.560" v="2216" actId="164"/>
          <ac:spMkLst>
            <pc:docMk/>
            <pc:sldMk cId="1002383028" sldId="727"/>
            <ac:spMk id="5" creationId="{69447CAF-2487-912C-6C59-3ABD590D7E80}"/>
          </ac:spMkLst>
        </pc:spChg>
        <pc:spChg chg="add mod">
          <ac:chgData name="Mwangi, Kennedy (ILRI)" userId="d6f7610f-d49b-4f69-a633-2b309f4eb394" providerId="ADAL" clId="{13DDF35D-69A0-415C-98B7-B562357E22B6}" dt="2026-04-23T11:23:41.560" v="2216" actId="164"/>
          <ac:spMkLst>
            <pc:docMk/>
            <pc:sldMk cId="1002383028" sldId="727"/>
            <ac:spMk id="6" creationId="{79AD8A1C-0350-AE95-3C57-73C6A2DB912C}"/>
          </ac:spMkLst>
        </pc:spChg>
        <pc:spChg chg="add mod">
          <ac:chgData name="Mwangi, Kennedy (ILRI)" userId="d6f7610f-d49b-4f69-a633-2b309f4eb394" providerId="ADAL" clId="{13DDF35D-69A0-415C-98B7-B562357E22B6}" dt="2026-04-23T11:23:41.560" v="2216" actId="164"/>
          <ac:spMkLst>
            <pc:docMk/>
            <pc:sldMk cId="1002383028" sldId="727"/>
            <ac:spMk id="7" creationId="{A846C65C-7EE9-D012-B4A3-48EE01A5D42F}"/>
          </ac:spMkLst>
        </pc:spChg>
        <pc:spChg chg="add mod">
          <ac:chgData name="Mwangi, Kennedy (ILRI)" userId="d6f7610f-d49b-4f69-a633-2b309f4eb394" providerId="ADAL" clId="{13DDF35D-69A0-415C-98B7-B562357E22B6}" dt="2026-04-23T11:23:41.560" v="2216" actId="164"/>
          <ac:spMkLst>
            <pc:docMk/>
            <pc:sldMk cId="1002383028" sldId="727"/>
            <ac:spMk id="10" creationId="{9F96BFBA-8664-CE03-8D64-D8B0928D8BAA}"/>
          </ac:spMkLst>
        </pc:spChg>
        <pc:spChg chg="add mod">
          <ac:chgData name="Mwangi, Kennedy (ILRI)" userId="d6f7610f-d49b-4f69-a633-2b309f4eb394" providerId="ADAL" clId="{13DDF35D-69A0-415C-98B7-B562357E22B6}" dt="2026-04-23T11:23:41.560" v="2216" actId="164"/>
          <ac:spMkLst>
            <pc:docMk/>
            <pc:sldMk cId="1002383028" sldId="727"/>
            <ac:spMk id="11" creationId="{77BC41D0-A657-E21E-CF33-C444DB12E5E4}"/>
          </ac:spMkLst>
        </pc:spChg>
        <pc:spChg chg="add mod">
          <ac:chgData name="Mwangi, Kennedy (ILRI)" userId="d6f7610f-d49b-4f69-a633-2b309f4eb394" providerId="ADAL" clId="{13DDF35D-69A0-415C-98B7-B562357E22B6}" dt="2026-04-23T11:23:41.560" v="2216" actId="164"/>
          <ac:spMkLst>
            <pc:docMk/>
            <pc:sldMk cId="1002383028" sldId="727"/>
            <ac:spMk id="12" creationId="{83A8264F-A93A-92A8-B0B8-9972936A4EB2}"/>
          </ac:spMkLst>
        </pc:spChg>
        <pc:spChg chg="add mod">
          <ac:chgData name="Mwangi, Kennedy (ILRI)" userId="d6f7610f-d49b-4f69-a633-2b309f4eb394" providerId="ADAL" clId="{13DDF35D-69A0-415C-98B7-B562357E22B6}" dt="2026-04-23T11:23:41.560" v="2216" actId="164"/>
          <ac:spMkLst>
            <pc:docMk/>
            <pc:sldMk cId="1002383028" sldId="727"/>
            <ac:spMk id="13" creationId="{87288547-0049-27DB-FD8E-3BE979BC9B05}"/>
          </ac:spMkLst>
        </pc:spChg>
        <pc:spChg chg="add mod">
          <ac:chgData name="Mwangi, Kennedy (ILRI)" userId="d6f7610f-d49b-4f69-a633-2b309f4eb394" providerId="ADAL" clId="{13DDF35D-69A0-415C-98B7-B562357E22B6}" dt="2026-04-23T11:23:41.560" v="2216" actId="164"/>
          <ac:spMkLst>
            <pc:docMk/>
            <pc:sldMk cId="1002383028" sldId="727"/>
            <ac:spMk id="14" creationId="{576CDDDA-C5C6-D556-4455-008EBF652964}"/>
          </ac:spMkLst>
        </pc:spChg>
        <pc:spChg chg="add mod">
          <ac:chgData name="Mwangi, Kennedy (ILRI)" userId="d6f7610f-d49b-4f69-a633-2b309f4eb394" providerId="ADAL" clId="{13DDF35D-69A0-415C-98B7-B562357E22B6}" dt="2026-04-23T11:23:41.560" v="2216" actId="164"/>
          <ac:spMkLst>
            <pc:docMk/>
            <pc:sldMk cId="1002383028" sldId="727"/>
            <ac:spMk id="15" creationId="{1183B60F-F7E0-BF66-03F3-A44979D7BC89}"/>
          </ac:spMkLst>
        </pc:spChg>
        <pc:spChg chg="del">
          <ac:chgData name="Mwangi, Kennedy (ILRI)" userId="d6f7610f-d49b-4f69-a633-2b309f4eb394" providerId="ADAL" clId="{13DDF35D-69A0-415C-98B7-B562357E22B6}" dt="2026-04-23T11:20:48.639" v="2188" actId="478"/>
          <ac:spMkLst>
            <pc:docMk/>
            <pc:sldMk cId="1002383028" sldId="727"/>
            <ac:spMk id="27649" creationId="{C2ECA5BC-3A8B-1B5C-86C3-E0BD41B08327}"/>
          </ac:spMkLst>
        </pc:spChg>
        <pc:grpChg chg="del">
          <ac:chgData name="Mwangi, Kennedy (ILRI)" userId="d6f7610f-d49b-4f69-a633-2b309f4eb394" providerId="ADAL" clId="{13DDF35D-69A0-415C-98B7-B562357E22B6}" dt="2026-04-23T11:23:43.300" v="2217" actId="21"/>
          <ac:grpSpMkLst>
            <pc:docMk/>
            <pc:sldMk cId="1002383028" sldId="727"/>
            <ac:grpSpMk id="16" creationId="{87EDF824-46AF-6D33-89C4-DF3F58CEA60A}"/>
          </ac:grpSpMkLst>
        </pc:grpChg>
        <pc:picChg chg="mod modCrop">
          <ac:chgData name="Mwangi, Kennedy (ILRI)" userId="d6f7610f-d49b-4f69-a633-2b309f4eb394" providerId="ADAL" clId="{13DDF35D-69A0-415C-98B7-B562357E22B6}" dt="2026-04-23T11:23:30.356" v="2215" actId="1036"/>
          <ac:picMkLst>
            <pc:docMk/>
            <pc:sldMk cId="1002383028" sldId="727"/>
            <ac:picMk id="2" creationId="{576FEC91-7C36-80B5-9D6C-D6005B7F9031}"/>
          </ac:picMkLst>
        </pc:picChg>
        <pc:picChg chg="add del">
          <ac:chgData name="Mwangi, Kennedy (ILRI)" userId="d6f7610f-d49b-4f69-a633-2b309f4eb394" providerId="ADAL" clId="{13DDF35D-69A0-415C-98B7-B562357E22B6}" dt="2026-04-23T11:24:37.773" v="2223" actId="21"/>
          <ac:picMkLst>
            <pc:docMk/>
            <pc:sldMk cId="1002383028" sldId="727"/>
            <ac:picMk id="18" creationId="{EB549558-8B04-B8E4-C4BD-4C9C42F505E3}"/>
          </ac:picMkLst>
        </pc:picChg>
      </pc:sldChg>
      <pc:sldChg chg="addSp delSp modSp add del mod">
        <pc:chgData name="Mwangi, Kennedy (ILRI)" userId="d6f7610f-d49b-4f69-a633-2b309f4eb394" providerId="ADAL" clId="{13DDF35D-69A0-415C-98B7-B562357E22B6}" dt="2026-04-23T11:37:51.949" v="2475" actId="2696"/>
        <pc:sldMkLst>
          <pc:docMk/>
          <pc:sldMk cId="1914739447" sldId="727"/>
        </pc:sldMkLst>
        <pc:spChg chg="add del mod">
          <ac:chgData name="Mwangi, Kennedy (ILRI)" userId="d6f7610f-d49b-4f69-a633-2b309f4eb394" providerId="ADAL" clId="{13DDF35D-69A0-415C-98B7-B562357E22B6}" dt="2026-04-23T11:35:06.999" v="2445" actId="478"/>
          <ac:spMkLst>
            <pc:docMk/>
            <pc:sldMk cId="1914739447" sldId="727"/>
            <ac:spMk id="3" creationId="{AE5EABA0-BE01-EA90-28E4-07790A93509A}"/>
          </ac:spMkLst>
        </pc:spChg>
        <pc:spChg chg="add mod">
          <ac:chgData name="Mwangi, Kennedy (ILRI)" userId="d6f7610f-d49b-4f69-a633-2b309f4eb394" providerId="ADAL" clId="{13DDF35D-69A0-415C-98B7-B562357E22B6}" dt="2026-04-23T11:36:25.461" v="2461" actId="164"/>
          <ac:spMkLst>
            <pc:docMk/>
            <pc:sldMk cId="1914739447" sldId="727"/>
            <ac:spMk id="4" creationId="{BA7EDCD1-2860-8703-02ED-89330670B3E4}"/>
          </ac:spMkLst>
        </pc:spChg>
        <pc:spChg chg="add mod">
          <ac:chgData name="Mwangi, Kennedy (ILRI)" userId="d6f7610f-d49b-4f69-a633-2b309f4eb394" providerId="ADAL" clId="{13DDF35D-69A0-415C-98B7-B562357E22B6}" dt="2026-04-23T11:36:25.461" v="2461" actId="164"/>
          <ac:spMkLst>
            <pc:docMk/>
            <pc:sldMk cId="1914739447" sldId="727"/>
            <ac:spMk id="6" creationId="{37205EF3-D764-A913-EBE1-E97E530DA359}"/>
          </ac:spMkLst>
        </pc:spChg>
        <pc:spChg chg="add mod">
          <ac:chgData name="Mwangi, Kennedy (ILRI)" userId="d6f7610f-d49b-4f69-a633-2b309f4eb394" providerId="ADAL" clId="{13DDF35D-69A0-415C-98B7-B562357E22B6}" dt="2026-04-23T11:36:25.461" v="2461" actId="164"/>
          <ac:spMkLst>
            <pc:docMk/>
            <pc:sldMk cId="1914739447" sldId="727"/>
            <ac:spMk id="7" creationId="{AFAC4697-79B4-C21A-5CC1-FB1C28808EA4}"/>
          </ac:spMkLst>
        </pc:spChg>
        <pc:spChg chg="add mod">
          <ac:chgData name="Mwangi, Kennedy (ILRI)" userId="d6f7610f-d49b-4f69-a633-2b309f4eb394" providerId="ADAL" clId="{13DDF35D-69A0-415C-98B7-B562357E22B6}" dt="2026-04-23T11:36:25.461" v="2461" actId="164"/>
          <ac:spMkLst>
            <pc:docMk/>
            <pc:sldMk cId="1914739447" sldId="727"/>
            <ac:spMk id="9" creationId="{C1236C39-6578-8708-C7C1-ABA163E06F20}"/>
          </ac:spMkLst>
        </pc:spChg>
        <pc:spChg chg="add mod">
          <ac:chgData name="Mwangi, Kennedy (ILRI)" userId="d6f7610f-d49b-4f69-a633-2b309f4eb394" providerId="ADAL" clId="{13DDF35D-69A0-415C-98B7-B562357E22B6}" dt="2026-04-23T11:36:25.461" v="2461" actId="164"/>
          <ac:spMkLst>
            <pc:docMk/>
            <pc:sldMk cId="1914739447" sldId="727"/>
            <ac:spMk id="10" creationId="{00680509-0843-073B-C02F-E6908812B2DE}"/>
          </ac:spMkLst>
        </pc:spChg>
        <pc:spChg chg="add mod">
          <ac:chgData name="Mwangi, Kennedy (ILRI)" userId="d6f7610f-d49b-4f69-a633-2b309f4eb394" providerId="ADAL" clId="{13DDF35D-69A0-415C-98B7-B562357E22B6}" dt="2026-04-23T11:36:25.461" v="2461" actId="164"/>
          <ac:spMkLst>
            <pc:docMk/>
            <pc:sldMk cId="1914739447" sldId="727"/>
            <ac:spMk id="11" creationId="{E8BC1172-4942-C439-E713-D539E873C841}"/>
          </ac:spMkLst>
        </pc:spChg>
        <pc:spChg chg="add mod">
          <ac:chgData name="Mwangi, Kennedy (ILRI)" userId="d6f7610f-d49b-4f69-a633-2b309f4eb394" providerId="ADAL" clId="{13DDF35D-69A0-415C-98B7-B562357E22B6}" dt="2026-04-23T11:36:25.461" v="2461" actId="164"/>
          <ac:spMkLst>
            <pc:docMk/>
            <pc:sldMk cId="1914739447" sldId="727"/>
            <ac:spMk id="12" creationId="{12341022-EFFA-D62D-D609-5BB8A590821E}"/>
          </ac:spMkLst>
        </pc:spChg>
        <pc:spChg chg="add mod">
          <ac:chgData name="Mwangi, Kennedy (ILRI)" userId="d6f7610f-d49b-4f69-a633-2b309f4eb394" providerId="ADAL" clId="{13DDF35D-69A0-415C-98B7-B562357E22B6}" dt="2026-04-23T11:36:25.461" v="2461" actId="164"/>
          <ac:spMkLst>
            <pc:docMk/>
            <pc:sldMk cId="1914739447" sldId="727"/>
            <ac:spMk id="17" creationId="{E097EAE3-3840-FA93-D744-59550243CF10}"/>
          </ac:spMkLst>
        </pc:spChg>
        <pc:spChg chg="add mod">
          <ac:chgData name="Mwangi, Kennedy (ILRI)" userId="d6f7610f-d49b-4f69-a633-2b309f4eb394" providerId="ADAL" clId="{13DDF35D-69A0-415C-98B7-B562357E22B6}" dt="2026-04-23T11:36:25.461" v="2461" actId="164"/>
          <ac:spMkLst>
            <pc:docMk/>
            <pc:sldMk cId="1914739447" sldId="727"/>
            <ac:spMk id="18" creationId="{EA2FBFF9-54B4-5707-878A-F482A9E16607}"/>
          </ac:spMkLst>
        </pc:spChg>
        <pc:spChg chg="add mod">
          <ac:chgData name="Mwangi, Kennedy (ILRI)" userId="d6f7610f-d49b-4f69-a633-2b309f4eb394" providerId="ADAL" clId="{13DDF35D-69A0-415C-98B7-B562357E22B6}" dt="2026-04-23T11:36:25.461" v="2461" actId="164"/>
          <ac:spMkLst>
            <pc:docMk/>
            <pc:sldMk cId="1914739447" sldId="727"/>
            <ac:spMk id="19" creationId="{368F34E8-28D4-76B4-488B-7BB0010BD178}"/>
          </ac:spMkLst>
        </pc:spChg>
        <pc:spChg chg="del">
          <ac:chgData name="Mwangi, Kennedy (ILRI)" userId="d6f7610f-d49b-4f69-a633-2b309f4eb394" providerId="ADAL" clId="{13DDF35D-69A0-415C-98B7-B562357E22B6}" dt="2026-04-23T11:35:03.803" v="2444" actId="478"/>
          <ac:spMkLst>
            <pc:docMk/>
            <pc:sldMk cId="1914739447" sldId="727"/>
            <ac:spMk id="27649" creationId="{56AC3869-6E4A-D4D9-44D4-2AD86CE14428}"/>
          </ac:spMkLst>
        </pc:spChg>
        <pc:grpChg chg="del">
          <ac:chgData name="Mwangi, Kennedy (ILRI)" userId="d6f7610f-d49b-4f69-a633-2b309f4eb394" providerId="ADAL" clId="{13DDF35D-69A0-415C-98B7-B562357E22B6}" dt="2026-04-23T11:36:27.456" v="2462" actId="21"/>
          <ac:grpSpMkLst>
            <pc:docMk/>
            <pc:sldMk cId="1914739447" sldId="727"/>
            <ac:grpSpMk id="22" creationId="{E9484975-1265-A2D1-83A4-F63A0B990331}"/>
          </ac:grpSpMkLst>
        </pc:grpChg>
        <pc:picChg chg="mod modCrop">
          <ac:chgData name="Mwangi, Kennedy (ILRI)" userId="d6f7610f-d49b-4f69-a633-2b309f4eb394" providerId="ADAL" clId="{13DDF35D-69A0-415C-98B7-B562357E22B6}" dt="2026-04-23T11:36:17.758" v="2460" actId="1035"/>
          <ac:picMkLst>
            <pc:docMk/>
            <pc:sldMk cId="1914739447" sldId="727"/>
            <ac:picMk id="2" creationId="{796BC287-C629-0A27-D590-064EB6D945F1}"/>
          </ac:picMkLst>
        </pc:picChg>
        <pc:picChg chg="add del">
          <ac:chgData name="Mwangi, Kennedy (ILRI)" userId="d6f7610f-d49b-4f69-a633-2b309f4eb394" providerId="ADAL" clId="{13DDF35D-69A0-415C-98B7-B562357E22B6}" dt="2026-04-23T11:37:17.441" v="2468" actId="21"/>
          <ac:picMkLst>
            <pc:docMk/>
            <pc:sldMk cId="1914739447" sldId="727"/>
            <ac:picMk id="24" creationId="{6AB3EFE3-2678-6D4C-DE29-3DC4C59F903F}"/>
          </ac:picMkLst>
        </pc:picChg>
      </pc:sldChg>
      <pc:sldMasterChg chg="delSldLayout">
        <pc:chgData name="Mwangi, Kennedy (ILRI)" userId="d6f7610f-d49b-4f69-a633-2b309f4eb394" providerId="ADAL" clId="{13DDF35D-69A0-415C-98B7-B562357E22B6}" dt="2026-04-20T08:19:19.452" v="89" actId="2696"/>
        <pc:sldMasterMkLst>
          <pc:docMk/>
          <pc:sldMasterMk cId="0" sldId="2147483758"/>
        </pc:sldMasterMkLst>
      </pc:sldMasterChg>
    </pc:docChg>
  </pc:docChgLst>
  <pc:docChgLst>
    <pc:chgData name="Mwangi, Kennedy (ILRI)" userId="d6f7610f-d49b-4f69-a633-2b309f4eb394" providerId="ADAL" clId="{2FD85050-9BD6-5E65-8B23-1EDB2C690C13}"/>
    <pc:docChg chg="modSld">
      <pc:chgData name="Mwangi, Kennedy (ILRI)" userId="d6f7610f-d49b-4f69-a633-2b309f4eb394" providerId="ADAL" clId="{2FD85050-9BD6-5E65-8B23-1EDB2C690C13}" dt="2026-04-23T19:32:02.447" v="63" actId="20577"/>
      <pc:docMkLst>
        <pc:docMk/>
      </pc:docMkLst>
      <pc:sldChg chg="modSp mod">
        <pc:chgData name="Mwangi, Kennedy (ILRI)" userId="d6f7610f-d49b-4f69-a633-2b309f4eb394" providerId="ADAL" clId="{2FD85050-9BD6-5E65-8B23-1EDB2C690C13}" dt="2026-04-23T19:32:02.447" v="63" actId="20577"/>
        <pc:sldMkLst>
          <pc:docMk/>
          <pc:sldMk cId="3600537365" sldId="725"/>
        </pc:sldMkLst>
        <pc:spChg chg="mod">
          <ac:chgData name="Mwangi, Kennedy (ILRI)" userId="d6f7610f-d49b-4f69-a633-2b309f4eb394" providerId="ADAL" clId="{2FD85050-9BD6-5E65-8B23-1EDB2C690C13}" dt="2026-04-23T19:32:02.447" v="63" actId="20577"/>
          <ac:spMkLst>
            <pc:docMk/>
            <pc:sldMk cId="3600537365" sldId="725"/>
            <ac:spMk id="4" creationId="{22962DD8-7D74-1417-5750-7A9EB748BAC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F9D455-E20F-1143-865E-3F66D2B04C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750" cy="512763"/>
          </a:xfrm>
          <a:prstGeom prst="rect">
            <a:avLst/>
          </a:prstGeom>
        </p:spPr>
        <p:txBody>
          <a:bodyPr vert="horz" lIns="97219" tIns="48610" rIns="97219" bIns="48610" rtlCol="0"/>
          <a:lstStyle>
            <a:lvl1pPr algn="l" eaLnBrk="1" hangingPunct="1">
              <a:defRPr sz="1300">
                <a:latin typeface="Arial" pitchFamily="34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70D17-C1D5-8045-850C-F66CD3D70A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9750" cy="512763"/>
          </a:xfrm>
          <a:prstGeom prst="rect">
            <a:avLst/>
          </a:prstGeom>
        </p:spPr>
        <p:txBody>
          <a:bodyPr vert="horz" wrap="square" lIns="97219" tIns="48610" rIns="97219" bIns="4861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04347779-37AA-D947-AAF6-7E9E7DB5D0DE}" type="datetimeFigureOut">
              <a:rPr lang="en-US"/>
              <a:pPr>
                <a:defRPr/>
              </a:pPr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B1FB55-ECEA-5A49-ABA1-7D7195A66C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9750" cy="512762"/>
          </a:xfrm>
          <a:prstGeom prst="rect">
            <a:avLst/>
          </a:prstGeom>
        </p:spPr>
        <p:txBody>
          <a:bodyPr vert="horz" lIns="97219" tIns="48610" rIns="97219" bIns="48610" rtlCol="0" anchor="b"/>
          <a:lstStyle>
            <a:lvl1pPr algn="l" eaLnBrk="1" hangingPunct="1">
              <a:defRPr sz="1300">
                <a:latin typeface="Arial" pitchFamily="34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A7BE0-DD17-5D44-B911-B8340A1CAF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9720263"/>
            <a:ext cx="3079750" cy="512762"/>
          </a:xfrm>
          <a:prstGeom prst="rect">
            <a:avLst/>
          </a:prstGeom>
        </p:spPr>
        <p:txBody>
          <a:bodyPr vert="horz" wrap="square" lIns="97219" tIns="48610" rIns="97219" bIns="4861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3257A9F1-99FB-DB4B-BD3D-40FBB7E245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6B57CD-3699-B446-887D-14FAEE9434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750" cy="512763"/>
          </a:xfrm>
          <a:prstGeom prst="rect">
            <a:avLst/>
          </a:prstGeom>
        </p:spPr>
        <p:txBody>
          <a:bodyPr vert="horz" lIns="97219" tIns="48610" rIns="97219" bIns="4861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7B7FF-70BD-C743-84C4-C232CDF413A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9750" cy="512763"/>
          </a:xfrm>
          <a:prstGeom prst="rect">
            <a:avLst/>
          </a:prstGeom>
        </p:spPr>
        <p:txBody>
          <a:bodyPr vert="horz" wrap="square" lIns="97219" tIns="48610" rIns="97219" bIns="4861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496B698-5046-3948-9288-F49EAC66328B}" type="datetimeFigureOut">
              <a:rPr lang="en-GB"/>
              <a:pPr>
                <a:defRPr/>
              </a:pPr>
              <a:t>23/04/2026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30467B5-C785-3442-9EB3-C25751C63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7219" tIns="48610" rIns="97219" bIns="4861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3245AF0-049D-6843-BCDE-857D7D9B7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4837" cy="4605338"/>
          </a:xfrm>
          <a:prstGeom prst="rect">
            <a:avLst/>
          </a:prstGeom>
        </p:spPr>
        <p:txBody>
          <a:bodyPr vert="horz" lIns="97219" tIns="48610" rIns="97219" bIns="4861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15AEE-B83F-FF4A-9B4F-D43EDE35AA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9750" cy="512762"/>
          </a:xfrm>
          <a:prstGeom prst="rect">
            <a:avLst/>
          </a:prstGeom>
        </p:spPr>
        <p:txBody>
          <a:bodyPr vert="horz" lIns="97219" tIns="48610" rIns="97219" bIns="4861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6ACBC-B154-C64C-8D46-85A4FCCAB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2725" y="9720263"/>
            <a:ext cx="3079750" cy="512762"/>
          </a:xfrm>
          <a:prstGeom prst="rect">
            <a:avLst/>
          </a:prstGeom>
        </p:spPr>
        <p:txBody>
          <a:bodyPr vert="horz" wrap="square" lIns="97219" tIns="48610" rIns="97219" bIns="4861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8ACC6E4-9882-8C47-A496-56DAC1B282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>
            <a:extLst>
              <a:ext uri="{FF2B5EF4-FFF2-40B4-BE49-F238E27FC236}">
                <a16:creationId xmlns:a16="http://schemas.microsoft.com/office/drawing/2014/main" id="{D25563B9-0159-024A-AD2F-23CF5138E9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8" name="Notes Placeholder 2">
            <a:extLst>
              <a:ext uri="{FF2B5EF4-FFF2-40B4-BE49-F238E27FC236}">
                <a16:creationId xmlns:a16="http://schemas.microsoft.com/office/drawing/2014/main" id="{2AF3F4A4-15DF-3E4B-9541-44C1F0EF8D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KE" altLang="en-KE"/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11FED1E8-989D-A74F-86EA-62E8223E45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01CC4C-12AA-4A46-8A38-3357CDFDA867}" type="slidenum">
              <a:rPr lang="en-GB" altLang="en-KE" smtClean="0">
                <a:latin typeface="Calibri" panose="020F0502020204030204" pitchFamily="34" charset="0"/>
              </a:rPr>
              <a:pPr/>
              <a:t>1</a:t>
            </a:fld>
            <a:endParaRPr lang="en-GB" altLang="en-K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">
            <a:extLst>
              <a:ext uri="{FF2B5EF4-FFF2-40B4-BE49-F238E27FC236}">
                <a16:creationId xmlns:a16="http://schemas.microsoft.com/office/drawing/2014/main" id="{C263954A-2299-BA49-95D4-E8C04234B5B1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08966A6-F4B1-2A4E-BCF7-4A0ED13CD4F3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46EB4FE-CA6F-FA4A-A64E-AE97A87DC205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BB8223-AA0B-9548-B594-7267CE0B187A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7A91E66-86E5-E846-9D4D-B6D0C419371F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943BE3D-9E3C-8F41-B650-38F814366134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A37F4F4-B8BE-3C4F-8BF9-1CE5001E4BE8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E11B8E-8E1C-814E-8B1B-E8B14A122774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sp>
        <p:nvSpPr>
          <p:cNvPr id="12" name="TextBox 9">
            <a:extLst>
              <a:ext uri="{FF2B5EF4-FFF2-40B4-BE49-F238E27FC236}">
                <a16:creationId xmlns:a16="http://schemas.microsoft.com/office/drawing/2014/main" id="{05C3ECAE-6AA4-EC4F-81B2-FD31224B3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4111" y="1481905"/>
            <a:ext cx="15279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Better lives, better planet </a:t>
            </a:r>
          </a:p>
          <a:p>
            <a:pPr algn="ctr" eaLnBrk="1" hangingPunct="1"/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 livestock</a:t>
            </a:r>
          </a:p>
        </p:txBody>
      </p:sp>
      <p:pic>
        <p:nvPicPr>
          <p:cNvPr id="14" name="Picture 11">
            <a:extLst>
              <a:ext uri="{FF2B5EF4-FFF2-40B4-BE49-F238E27FC236}">
                <a16:creationId xmlns:a16="http://schemas.microsoft.com/office/drawing/2014/main" id="{7C76D6E1-23CD-7943-AC38-FA212503C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417D4FD1-42F9-3A4A-AA57-53223C7CF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712C3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Map&#10;&#10;Description automatically generated">
            <a:extLst>
              <a:ext uri="{FF2B5EF4-FFF2-40B4-BE49-F238E27FC236}">
                <a16:creationId xmlns:a16="http://schemas.microsoft.com/office/drawing/2014/main" id="{FD67BD51-5A47-5242-8079-0409A324630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986" y="-246915"/>
            <a:ext cx="2956232" cy="209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69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E8AAAE71-6966-984D-939C-3DE2CB26C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9548" y="1169768"/>
            <a:ext cx="15279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Better lives, better planet </a:t>
            </a:r>
            <a:b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 livestock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EA446260-BB98-7A48-9BB1-5024BF35BCEC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9E2A312-72A6-8645-85C5-5EBC1328AB78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0E92363-8635-3C4C-A2F6-CA9F9C69EF1C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C258CB-5757-8D47-AB57-0BD229602154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708E28-CA18-5D4E-887C-D21719A7D79D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6DD1515-3A2D-AE43-AB5C-B3A0DF18AEA9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E8E91A9-A022-594F-94BC-2AD52B75A7A3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247F472-163E-2745-B7AD-783EC289124B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3" name="Picture 10">
            <a:extLst>
              <a:ext uri="{FF2B5EF4-FFF2-40B4-BE49-F238E27FC236}">
                <a16:creationId xmlns:a16="http://schemas.microsoft.com/office/drawing/2014/main" id="{EF02C66B-623C-0548-A7CD-2E30C59D5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1">
            <a:extLst>
              <a:ext uri="{FF2B5EF4-FFF2-40B4-BE49-F238E27FC236}">
                <a16:creationId xmlns:a16="http://schemas.microsoft.com/office/drawing/2014/main" id="{0F53DA01-FBFF-E44A-B075-0E36664DA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DAB45DE1-CEF4-A145-BA81-DF9D40936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889" y="250825"/>
            <a:ext cx="1765300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712C3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46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FA1489B6-F0A8-8545-8C8B-E9F3A4D37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5015" y="1250557"/>
            <a:ext cx="15279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Better lives, better planet </a:t>
            </a:r>
            <a:b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 livestock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D515404E-A9AA-3A44-8A88-A801FBAD0159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1882129-2DA5-FB4D-B57C-95BF0BB83DFF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07B5F1E-91D4-CC41-B9FF-D38FD07A0561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00AC6A-6267-5740-8FDE-D63AC999A95E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761E21-19CB-FA46-9AFE-A8ACFC7F2C18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056C2DA-6E9C-0542-AD7A-6E1EEC63D107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3BB242-1400-6A4F-A615-402A70BDD8BC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4ED1D9-55A4-A94A-B840-F92D3B68A510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3" name="Picture 10">
            <a:extLst>
              <a:ext uri="{FF2B5EF4-FFF2-40B4-BE49-F238E27FC236}">
                <a16:creationId xmlns:a16="http://schemas.microsoft.com/office/drawing/2014/main" id="{C0B3593E-1324-D64A-AE61-94E67B896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1">
            <a:extLst>
              <a:ext uri="{FF2B5EF4-FFF2-40B4-BE49-F238E27FC236}">
                <a16:creationId xmlns:a16="http://schemas.microsoft.com/office/drawing/2014/main" id="{AFFEA4E6-917F-6B41-90A8-C3B7C33A8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8DCA5D2A-FD7F-F84C-8C02-78C0E3F2B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0863" y="234950"/>
            <a:ext cx="776287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712C3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66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05744F90-F626-2043-9D25-B0D16F87F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3255" y="1250557"/>
            <a:ext cx="15279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Better lives, better planet </a:t>
            </a:r>
            <a:b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 livestock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C92437D1-B9DD-CC43-B9FC-7B08A9052230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9481EB3-52AC-3642-BB15-27957B7B3B36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A8205E-42BB-9541-BA05-813040AE2D1F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6C4E9C-3814-4841-B945-01EDE3A66693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9B3F08-3815-8D47-8B51-EB8A2AA3B479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1BAB05-AE2E-D64B-B03F-E59F7FA8E185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1CDF31-EBD2-A84E-9F68-CC7B970C9E7A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28DA97-246A-BA40-8EE3-31109206F617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3" name="Picture 10">
            <a:extLst>
              <a:ext uri="{FF2B5EF4-FFF2-40B4-BE49-F238E27FC236}">
                <a16:creationId xmlns:a16="http://schemas.microsoft.com/office/drawing/2014/main" id="{A5EEB8FD-AC8C-674C-BF45-1AD0F6A28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1">
            <a:extLst>
              <a:ext uri="{FF2B5EF4-FFF2-40B4-BE49-F238E27FC236}">
                <a16:creationId xmlns:a16="http://schemas.microsoft.com/office/drawing/2014/main" id="{2E96D582-2110-4344-BD06-7DE5F2A41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93B8064C-142E-2C42-B00B-B9A12FBE2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4484" y="436563"/>
            <a:ext cx="102552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69303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54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B3FB62F2-3D23-7543-BD48-C9EA55182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1210" y="1246188"/>
            <a:ext cx="15279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Better lives, better planet </a:t>
            </a:r>
            <a:b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 livestock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1BE4DCAF-34C2-1C42-AEA5-8B9B0BA56ABB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D84BB6-BDEA-F84F-B099-EF0F4C1C7DB6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8F5FF2-0905-E347-A597-2BCBC936178A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68B338-14AA-F449-96BF-04D62B2E1CC1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DD175FF-8B38-7F4C-A262-3F5382B93A95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D5E158-0765-FB49-9488-3E3826084B25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8E4676-1000-6549-8523-15BCC91346AD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AEF2F3-5627-C74C-9382-F16134947054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3" name="Picture 10">
            <a:extLst>
              <a:ext uri="{FF2B5EF4-FFF2-40B4-BE49-F238E27FC236}">
                <a16:creationId xmlns:a16="http://schemas.microsoft.com/office/drawing/2014/main" id="{63A86BB6-65A5-7740-A134-1669A9E9A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1">
            <a:extLst>
              <a:ext uri="{FF2B5EF4-FFF2-40B4-BE49-F238E27FC236}">
                <a16:creationId xmlns:a16="http://schemas.microsoft.com/office/drawing/2014/main" id="{C5A811E7-A47F-B241-A160-A607EE52D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8B55E6FD-7B8A-F440-9F87-5980588DB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789" y="373063"/>
            <a:ext cx="1012825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69303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30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BE4FE409-FAF8-6F4D-97C8-2AE5E4750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510" y="1246188"/>
            <a:ext cx="15279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Better lives, better planet </a:t>
            </a:r>
            <a:b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KE" sz="1000" i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 livestock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1D56FECE-01C4-D541-8DB1-E42AD326066E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FD74FF-2BE5-C545-BFF4-B4736D4C04AC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EFE5C9-D9A6-2949-A2D5-9094D00FADB7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E00573-4EC4-7540-9308-65CD03A73B60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1D9F60-FB7B-6E45-9A16-66FBBAA5F4D5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C5F371-18CC-644B-9731-973A51043041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584E38-FCE6-D34D-BD81-B2C22AD5A1CD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0F7CB3-B3F6-D543-B30E-8895468B7252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3" name="Picture 10">
            <a:extLst>
              <a:ext uri="{FF2B5EF4-FFF2-40B4-BE49-F238E27FC236}">
                <a16:creationId xmlns:a16="http://schemas.microsoft.com/office/drawing/2014/main" id="{130E518A-A162-3848-ABC9-AD7B4225E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85788" y="3043238"/>
            <a:ext cx="10113962" cy="7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1">
            <a:extLst>
              <a:ext uri="{FF2B5EF4-FFF2-40B4-BE49-F238E27FC236}">
                <a16:creationId xmlns:a16="http://schemas.microsoft.com/office/drawing/2014/main" id="{C3271B97-CD70-EE40-9284-E186D6FE1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5753100"/>
            <a:ext cx="13541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A7C00EAC-4D19-AF45-B816-85E5BE578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239" y="390525"/>
            <a:ext cx="898525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85590" y="1630891"/>
            <a:ext cx="10688137" cy="13903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69303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405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tandard n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94998332-1027-1B43-828E-42D842F7D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1FEDC722-3714-FC4F-994F-785F669A5585}" type="slidenum">
              <a:rPr lang="en-GB" altLang="en-KE" sz="1200">
                <a:solidFill>
                  <a:srgbClr val="76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eaLnBrk="1" hangingPunct="1"/>
              <a:t>‹#›</a:t>
            </a:fld>
            <a:endParaRPr lang="en-GB" altLang="en-KE" sz="1200">
              <a:solidFill>
                <a:srgbClr val="7621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0E580650-7AB0-B449-96A8-DFCCA1131579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79ADA3-D3B1-EF44-B760-ACF7ED1DF884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036C7B-1FCD-3942-B000-A88352D0C425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51301B-D709-6C4E-BE57-F32E515A277E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5B653D-2E9D-6342-B322-AFF6D764DD14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A01107-285E-1D48-A6DB-516B675270D3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4C2657-3415-6A4C-922E-8F43831F6E69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37AB6E-70F0-AB49-B20C-E738CF332B33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4" name="Picture 10">
            <a:extLst>
              <a:ext uri="{FF2B5EF4-FFF2-40B4-BE49-F238E27FC236}">
                <a16:creationId xmlns:a16="http://schemas.microsoft.com/office/drawing/2014/main" id="{4D7B3629-C448-BA43-870B-89F43EB8E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1">
            <a:extLst>
              <a:ext uri="{FF2B5EF4-FFF2-40B4-BE49-F238E27FC236}">
                <a16:creationId xmlns:a16="http://schemas.microsoft.com/office/drawing/2014/main" id="{7FA58149-9B90-7A41-8D3F-CBFC45704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16013"/>
            <a:ext cx="14605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965" y="427831"/>
            <a:ext cx="10972800" cy="677955"/>
          </a:xfrm>
          <a:prstGeom prst="rect">
            <a:avLst/>
          </a:prstGeom>
        </p:spPr>
        <p:txBody>
          <a:bodyPr/>
          <a:lstStyle>
            <a:lvl1pPr marL="0" marR="0" indent="0" algn="l" defTabSz="9144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  <a:defRPr sz="3600">
                <a:solidFill>
                  <a:srgbClr val="682622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609600" y="1601969"/>
            <a:ext cx="10972800" cy="457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marL="742960" indent="-2857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Arial" panose="020B0604020202020204" pitchFamily="34" charset="0"/>
              <a:buChar char="•"/>
              <a:defRPr sz="2600"/>
            </a:lvl2pPr>
            <a:lvl3pPr marL="1143014" indent="-2286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Courier New" panose="02070309020205020404" pitchFamily="49" charset="0"/>
              <a:buChar char="o"/>
              <a:defRPr sz="2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ann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1B70EB63-6C52-1F4D-9360-FD2278EBC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B0162140-2925-614F-BEC8-1B2BCD619AC2}" type="slidenum">
              <a:rPr lang="en-GB" altLang="en-KE" sz="1200">
                <a:solidFill>
                  <a:srgbClr val="76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eaLnBrk="1" hangingPunct="1"/>
              <a:t>‹#›</a:t>
            </a:fld>
            <a:endParaRPr lang="en-GB" altLang="en-KE" sz="1200">
              <a:solidFill>
                <a:srgbClr val="7621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E2D38A6B-0C24-5C43-B8DC-2ADC87098F3C}"/>
              </a:ext>
            </a:extLst>
          </p:cNvPr>
          <p:cNvGrpSpPr>
            <a:grpSpLocks/>
          </p:cNvGrpSpPr>
          <p:nvPr/>
        </p:nvGrpSpPr>
        <p:grpSpPr bwMode="auto">
          <a:xfrm>
            <a:off x="0" y="2782888"/>
            <a:ext cx="12192000" cy="50800"/>
            <a:chOff x="0" y="6813551"/>
            <a:chExt cx="12192000" cy="50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70266FA-5A5A-A34C-B544-B097193BF59B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2D1029-CF93-7247-AE34-B15F824D9F59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0C59A3-DFAF-4347-AADB-90D6518D567A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2B8BC26-AA82-C242-A969-500DE8255293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5701007-3BF4-1A4F-A37C-1A793CD18B8C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BD23B6-197C-9D4B-86A0-CA83F74E8907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34E7A4-A7EA-CD46-8E0F-DC88838B682D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4" name="Picture 10">
            <a:extLst>
              <a:ext uri="{FF2B5EF4-FFF2-40B4-BE49-F238E27FC236}">
                <a16:creationId xmlns:a16="http://schemas.microsoft.com/office/drawing/2014/main" id="{20CDF1BF-4DC6-504F-B328-BD0AA35E6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1">
            <a:extLst>
              <a:ext uri="{FF2B5EF4-FFF2-40B4-BE49-F238E27FC236}">
                <a16:creationId xmlns:a16="http://schemas.microsoft.com/office/drawing/2014/main" id="{48A157B9-9C9F-8045-B8DF-684FD2757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463" y="3798888"/>
            <a:ext cx="1460500" cy="4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066795" y="3120247"/>
            <a:ext cx="10247633" cy="677955"/>
          </a:xfrm>
          <a:prstGeom prst="rect">
            <a:avLst/>
          </a:prstGeom>
        </p:spPr>
        <p:txBody>
          <a:bodyPr/>
          <a:lstStyle>
            <a:lvl1pPr marL="0" marR="0" indent="0" algn="l" defTabSz="9144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  <a:defRPr sz="3600">
                <a:solidFill>
                  <a:srgbClr val="682622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10"/>
          </p:nvPr>
        </p:nvSpPr>
        <p:spPr>
          <a:xfrm>
            <a:off x="1076430" y="3951845"/>
            <a:ext cx="10247633" cy="255208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marL="742960" indent="-2857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Arial" panose="020B0604020202020204" pitchFamily="34" charset="0"/>
              <a:buChar char="•"/>
              <a:defRPr sz="2600"/>
            </a:lvl2pPr>
            <a:lvl3pPr marL="1143014" indent="-2286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Courier New" panose="02070309020205020404" pitchFamily="49" charset="0"/>
              <a:buChar char="o"/>
              <a:defRPr sz="2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781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0658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image sla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9D4D9171-689E-F946-B535-2F2A6786C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7D01CF64-9A4C-EE48-93B8-7C698ED83858}" type="slidenum">
              <a:rPr lang="en-GB" altLang="en-KE" sz="1200">
                <a:solidFill>
                  <a:srgbClr val="76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eaLnBrk="1" hangingPunct="1"/>
              <a:t>‹#›</a:t>
            </a:fld>
            <a:endParaRPr lang="en-GB" altLang="en-KE" sz="1200">
              <a:solidFill>
                <a:srgbClr val="7621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CC3BEA5E-7378-B04C-957C-11AA8770A790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4781EC-6B8B-7E48-B742-9577A9BC7936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CEBB53-5194-F346-9AAD-D81901EC1AB8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F88FA9-40B5-A54B-B501-008E530E72C8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FC38E16-8B7D-DD41-A81B-52F127084646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24BD9D-BBC3-0340-BA9B-FFD1A42F1C5B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968A088-B673-2649-B06B-93300DE4386E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BAB1250-1BEF-F641-860C-6B7A218516B4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6" name="Picture 10">
            <a:extLst>
              <a:ext uri="{FF2B5EF4-FFF2-40B4-BE49-F238E27FC236}">
                <a16:creationId xmlns:a16="http://schemas.microsoft.com/office/drawing/2014/main" id="{2420AE24-C916-8346-8C68-184C75157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6105525"/>
            <a:ext cx="1160463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1">
            <a:extLst>
              <a:ext uri="{FF2B5EF4-FFF2-40B4-BE49-F238E27FC236}">
                <a16:creationId xmlns:a16="http://schemas.microsoft.com/office/drawing/2014/main" id="{75548CAA-FC40-6546-A60C-77AF0501B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16013"/>
            <a:ext cx="14605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7847771" y="25399"/>
            <a:ext cx="4344229" cy="6813551"/>
          </a:xfrm>
          <a:custGeom>
            <a:avLst/>
            <a:gdLst>
              <a:gd name="connsiteX0" fmla="*/ 0 w 3867150"/>
              <a:gd name="connsiteY0" fmla="*/ 0 h 6858000"/>
              <a:gd name="connsiteX1" fmla="*/ 3867150 w 3867150"/>
              <a:gd name="connsiteY1" fmla="*/ 0 h 6858000"/>
              <a:gd name="connsiteX2" fmla="*/ 3867150 w 3867150"/>
              <a:gd name="connsiteY2" fmla="*/ 6858000 h 6858000"/>
              <a:gd name="connsiteX3" fmla="*/ 0 w 3867150"/>
              <a:gd name="connsiteY3" fmla="*/ 6858000 h 6858000"/>
              <a:gd name="connsiteX4" fmla="*/ 0 w 3867150"/>
              <a:gd name="connsiteY4" fmla="*/ 0 h 6858000"/>
              <a:gd name="connsiteX0" fmla="*/ 1121134 w 3867150"/>
              <a:gd name="connsiteY0" fmla="*/ 0 h 6858000"/>
              <a:gd name="connsiteX1" fmla="*/ 3867150 w 3867150"/>
              <a:gd name="connsiteY1" fmla="*/ 0 h 6858000"/>
              <a:gd name="connsiteX2" fmla="*/ 3867150 w 3867150"/>
              <a:gd name="connsiteY2" fmla="*/ 6858000 h 6858000"/>
              <a:gd name="connsiteX3" fmla="*/ 0 w 3867150"/>
              <a:gd name="connsiteY3" fmla="*/ 6858000 h 6858000"/>
              <a:gd name="connsiteX4" fmla="*/ 1121134 w 3867150"/>
              <a:gd name="connsiteY4" fmla="*/ 0 h 6858000"/>
              <a:gd name="connsiteX0" fmla="*/ 1598213 w 4344229"/>
              <a:gd name="connsiteY0" fmla="*/ 0 h 6858000"/>
              <a:gd name="connsiteX1" fmla="*/ 4344229 w 4344229"/>
              <a:gd name="connsiteY1" fmla="*/ 0 h 6858000"/>
              <a:gd name="connsiteX2" fmla="*/ 4344229 w 4344229"/>
              <a:gd name="connsiteY2" fmla="*/ 6858000 h 6858000"/>
              <a:gd name="connsiteX3" fmla="*/ 0 w 4344229"/>
              <a:gd name="connsiteY3" fmla="*/ 6858000 h 6858000"/>
              <a:gd name="connsiteX4" fmla="*/ 1598213 w 4344229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4229" h="6858000">
                <a:moveTo>
                  <a:pt x="1598213" y="0"/>
                </a:moveTo>
                <a:lnTo>
                  <a:pt x="4344229" y="0"/>
                </a:lnTo>
                <a:lnTo>
                  <a:pt x="4344229" y="6858000"/>
                </a:lnTo>
                <a:lnTo>
                  <a:pt x="0" y="6858000"/>
                </a:lnTo>
                <a:lnTo>
                  <a:pt x="1598213" y="0"/>
                </a:lnTo>
                <a:close/>
              </a:path>
            </a:pathLst>
          </a:cu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99965" y="427831"/>
            <a:ext cx="8102600" cy="677955"/>
          </a:xfrm>
          <a:prstGeom prst="rect">
            <a:avLst/>
          </a:prstGeom>
        </p:spPr>
        <p:txBody>
          <a:bodyPr/>
          <a:lstStyle>
            <a:lvl1pPr marL="0" marR="0" indent="0" algn="l" defTabSz="9144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  <a:defRPr sz="3600">
                <a:solidFill>
                  <a:srgbClr val="682622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1"/>
          </p:nvPr>
        </p:nvSpPr>
        <p:spPr>
          <a:xfrm>
            <a:off x="609600" y="1342716"/>
            <a:ext cx="7238170" cy="457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marL="742960" indent="-2857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Arial" panose="020B0604020202020204" pitchFamily="34" charset="0"/>
              <a:buChar char="•"/>
              <a:defRPr sz="2600"/>
            </a:lvl2pPr>
            <a:lvl3pPr marL="1143014" indent="-2286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Courier New" panose="02070309020205020404" pitchFamily="49" charset="0"/>
              <a:buChar char="o"/>
              <a:defRPr sz="2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553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images sla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9AED0717-E388-A24D-9C87-0737C34DA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975D7C7C-EDCD-AF4B-B43C-3E276DCB5118}" type="slidenum">
              <a:rPr lang="en-GB" altLang="en-KE" sz="1200">
                <a:solidFill>
                  <a:srgbClr val="76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eaLnBrk="1" hangingPunct="1"/>
              <a:t>‹#›</a:t>
            </a:fld>
            <a:endParaRPr lang="en-GB" altLang="en-KE" sz="1200">
              <a:solidFill>
                <a:srgbClr val="7621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31E0B94A-1B68-A747-8E53-2664AB77313A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AE202D7-6DF8-8243-B1AC-E2B9AABB6273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88FE68-EFB2-2E4D-8B01-EDEE46E603C2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A95FEA-5382-C04A-BEBC-6995E35501C7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6BC148-9A5C-3746-A5A4-22D1476D92D0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B960A2-ED69-BD40-BBC7-7AA1A93FDFD9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BCA38D-B8F3-0248-B7FB-DF10716BDECC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9C3A6F3-F8D1-A847-92EA-138A6EC57B4B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8" name="Picture 10">
            <a:extLst>
              <a:ext uri="{FF2B5EF4-FFF2-40B4-BE49-F238E27FC236}">
                <a16:creationId xmlns:a16="http://schemas.microsoft.com/office/drawing/2014/main" id="{B27C7EDA-1AFC-7641-86E5-E2227A470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1">
            <a:extLst>
              <a:ext uri="{FF2B5EF4-FFF2-40B4-BE49-F238E27FC236}">
                <a16:creationId xmlns:a16="http://schemas.microsoft.com/office/drawing/2014/main" id="{B60D95F1-EAFA-CB40-BBBD-16AC9C245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1108075"/>
            <a:ext cx="1460500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55928" y="427831"/>
            <a:ext cx="8102600" cy="677955"/>
          </a:xfrm>
          <a:prstGeom prst="rect">
            <a:avLst/>
          </a:prstGeom>
        </p:spPr>
        <p:txBody>
          <a:bodyPr/>
          <a:lstStyle>
            <a:lvl1pPr marL="0" marR="0" indent="0" algn="l" defTabSz="9144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  <a:defRPr sz="3600">
                <a:solidFill>
                  <a:srgbClr val="682622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1"/>
          </p:nvPr>
        </p:nvSpPr>
        <p:spPr>
          <a:xfrm>
            <a:off x="3455928" y="1342716"/>
            <a:ext cx="8102600" cy="457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marL="742960" indent="-2857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Arial" panose="020B0604020202020204" pitchFamily="34" charset="0"/>
              <a:buChar char="•"/>
              <a:defRPr sz="2600"/>
            </a:lvl2pPr>
            <a:lvl3pPr marL="1143014" indent="-2286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Courier New" panose="02070309020205020404" pitchFamily="49" charset="0"/>
              <a:buChar char="o"/>
              <a:defRPr sz="2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949575" cy="4064000"/>
          </a:xfrm>
          <a:custGeom>
            <a:avLst/>
            <a:gdLst>
              <a:gd name="connsiteX0" fmla="*/ 0 w 2949575"/>
              <a:gd name="connsiteY0" fmla="*/ 0 h 4064000"/>
              <a:gd name="connsiteX1" fmla="*/ 2949575 w 2949575"/>
              <a:gd name="connsiteY1" fmla="*/ 0 h 4064000"/>
              <a:gd name="connsiteX2" fmla="*/ 2949575 w 2949575"/>
              <a:gd name="connsiteY2" fmla="*/ 4064000 h 4064000"/>
              <a:gd name="connsiteX3" fmla="*/ 0 w 2949575"/>
              <a:gd name="connsiteY3" fmla="*/ 4064000 h 4064000"/>
              <a:gd name="connsiteX4" fmla="*/ 0 w 2949575"/>
              <a:gd name="connsiteY4" fmla="*/ 0 h 4064000"/>
              <a:gd name="connsiteX0" fmla="*/ 0 w 2949575"/>
              <a:gd name="connsiteY0" fmla="*/ 0 h 4064000"/>
              <a:gd name="connsiteX1" fmla="*/ 2323933 w 2949575"/>
              <a:gd name="connsiteY1" fmla="*/ 0 h 4064000"/>
              <a:gd name="connsiteX2" fmla="*/ 2949575 w 2949575"/>
              <a:gd name="connsiteY2" fmla="*/ 4064000 h 4064000"/>
              <a:gd name="connsiteX3" fmla="*/ 0 w 2949575"/>
              <a:gd name="connsiteY3" fmla="*/ 4064000 h 4064000"/>
              <a:gd name="connsiteX4" fmla="*/ 0 w 2949575"/>
              <a:gd name="connsiteY4" fmla="*/ 0 h 40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9575" h="4064000">
                <a:moveTo>
                  <a:pt x="0" y="0"/>
                </a:moveTo>
                <a:lnTo>
                  <a:pt x="2323933" y="0"/>
                </a:lnTo>
                <a:lnTo>
                  <a:pt x="2949575" y="4064000"/>
                </a:lnTo>
                <a:lnTo>
                  <a:pt x="0" y="4064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4111100"/>
            <a:ext cx="3458339" cy="2702450"/>
          </a:xfrm>
          <a:custGeom>
            <a:avLst/>
            <a:gdLst>
              <a:gd name="connsiteX0" fmla="*/ 0 w 2949575"/>
              <a:gd name="connsiteY0" fmla="*/ 0 h 2740025"/>
              <a:gd name="connsiteX1" fmla="*/ 2949575 w 2949575"/>
              <a:gd name="connsiteY1" fmla="*/ 0 h 2740025"/>
              <a:gd name="connsiteX2" fmla="*/ 2949575 w 2949575"/>
              <a:gd name="connsiteY2" fmla="*/ 2740025 h 2740025"/>
              <a:gd name="connsiteX3" fmla="*/ 0 w 2949575"/>
              <a:gd name="connsiteY3" fmla="*/ 2740025 h 2740025"/>
              <a:gd name="connsiteX4" fmla="*/ 0 w 2949575"/>
              <a:gd name="connsiteY4" fmla="*/ 0 h 2740025"/>
              <a:gd name="connsiteX0" fmla="*/ 0 w 3458339"/>
              <a:gd name="connsiteY0" fmla="*/ 0 h 2740025"/>
              <a:gd name="connsiteX1" fmla="*/ 2949575 w 3458339"/>
              <a:gd name="connsiteY1" fmla="*/ 0 h 2740025"/>
              <a:gd name="connsiteX2" fmla="*/ 3458339 w 3458339"/>
              <a:gd name="connsiteY2" fmla="*/ 2740025 h 2740025"/>
              <a:gd name="connsiteX3" fmla="*/ 0 w 3458339"/>
              <a:gd name="connsiteY3" fmla="*/ 2740025 h 2740025"/>
              <a:gd name="connsiteX4" fmla="*/ 0 w 3458339"/>
              <a:gd name="connsiteY4" fmla="*/ 0 h 2740025"/>
              <a:gd name="connsiteX0" fmla="*/ 0 w 3458339"/>
              <a:gd name="connsiteY0" fmla="*/ 6988 h 2747013"/>
              <a:gd name="connsiteX1" fmla="*/ 2949575 w 3458339"/>
              <a:gd name="connsiteY1" fmla="*/ 0 h 2747013"/>
              <a:gd name="connsiteX2" fmla="*/ 3458339 w 3458339"/>
              <a:gd name="connsiteY2" fmla="*/ 2747013 h 2747013"/>
              <a:gd name="connsiteX3" fmla="*/ 0 w 3458339"/>
              <a:gd name="connsiteY3" fmla="*/ 2747013 h 2747013"/>
              <a:gd name="connsiteX4" fmla="*/ 0 w 3458339"/>
              <a:gd name="connsiteY4" fmla="*/ 6988 h 2747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8339" h="2747013">
                <a:moveTo>
                  <a:pt x="0" y="6988"/>
                </a:moveTo>
                <a:lnTo>
                  <a:pt x="2949575" y="0"/>
                </a:lnTo>
                <a:lnTo>
                  <a:pt x="3458339" y="2747013"/>
                </a:lnTo>
                <a:lnTo>
                  <a:pt x="0" y="2747013"/>
                </a:lnTo>
                <a:lnTo>
                  <a:pt x="0" y="6988"/>
                </a:lnTo>
                <a:close/>
              </a:path>
            </a:pathLst>
          </a:cu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4420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FORM CONTENT with graphics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378DE12B-4CBF-994B-82AE-EA1FB2B7D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0B57A632-FDA3-4B4C-8B50-BAE14AF84F87}" type="slidenum">
              <a:rPr lang="en-GB" altLang="en-KE" sz="1200">
                <a:solidFill>
                  <a:srgbClr val="76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eaLnBrk="1" hangingPunct="1"/>
              <a:t>‹#›</a:t>
            </a:fld>
            <a:endParaRPr lang="en-GB" altLang="en-KE" sz="1200">
              <a:solidFill>
                <a:srgbClr val="7621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230B2DF8-3595-5648-8E38-120E1654FF3C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10B86EF-39E5-DD4A-A1A7-07FDFE0AA62F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D33737-D9A1-B54F-B705-772F87BFD2E5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1678A18-EB4A-384C-A3B2-2CCE70D73C34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3DF071-7A91-134A-A85E-643D0396237F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1249CE4-403D-EF49-8418-6A3C1F7F8258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DDADE1-C66D-324F-B0D7-F401D6B4DEE7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0C89FFE-0C00-3943-9CCF-A34C8BD99B6A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4" name="Picture 10">
            <a:extLst>
              <a:ext uri="{FF2B5EF4-FFF2-40B4-BE49-F238E27FC236}">
                <a16:creationId xmlns:a16="http://schemas.microsoft.com/office/drawing/2014/main" id="{859F9847-F04C-A248-B470-F6CEE1BBA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1">
            <a:extLst>
              <a:ext uri="{FF2B5EF4-FFF2-40B4-BE49-F238E27FC236}">
                <a16:creationId xmlns:a16="http://schemas.microsoft.com/office/drawing/2014/main" id="{92D2E8E1-DFF9-8B41-81E3-C2608E248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525" y="1450975"/>
            <a:ext cx="1460500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ontent Placeholder 9"/>
          <p:cNvSpPr>
            <a:spLocks noGrp="1"/>
          </p:cNvSpPr>
          <p:nvPr>
            <p:ph sz="quarter" idx="11"/>
          </p:nvPr>
        </p:nvSpPr>
        <p:spPr>
          <a:xfrm>
            <a:off x="3195734" y="1519491"/>
            <a:ext cx="8102600" cy="457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marL="742960" indent="-2857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Arial" panose="020B0604020202020204" pitchFamily="34" charset="0"/>
              <a:buChar char="•"/>
              <a:defRPr sz="2600"/>
            </a:lvl2pPr>
            <a:lvl3pPr marL="1143014" indent="-2286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Courier New" panose="02070309020205020404" pitchFamily="49" charset="0"/>
              <a:buChar char="o"/>
              <a:defRPr sz="2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3195734" y="768055"/>
            <a:ext cx="8102600" cy="677955"/>
          </a:xfrm>
          <a:prstGeom prst="rect">
            <a:avLst/>
          </a:prstGeom>
        </p:spPr>
        <p:txBody>
          <a:bodyPr/>
          <a:lstStyle>
            <a:lvl1pPr marL="0" marR="0" indent="0" algn="l" defTabSz="9144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  <a:defRPr sz="3600">
                <a:solidFill>
                  <a:srgbClr val="682622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85D1CC82-B7AA-9342-B9BF-E79D0B70C1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2" y="703952"/>
            <a:ext cx="2697512" cy="567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68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FORM CONTENT with graphics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2BD84074-2DAA-B64E-97C0-BD6B5538F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32697A5E-3BD4-604F-8028-126C42C6146C}" type="slidenum">
              <a:rPr lang="en-GB" altLang="en-KE" sz="1200">
                <a:solidFill>
                  <a:srgbClr val="76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eaLnBrk="1" hangingPunct="1"/>
              <a:t>‹#›</a:t>
            </a:fld>
            <a:endParaRPr lang="en-GB" altLang="en-KE" sz="1200">
              <a:solidFill>
                <a:srgbClr val="7621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47521801-130B-B24F-9B74-DF44CF76510A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63729E-E97C-864B-8487-3E84C43A59D6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7DA0A20-D8E7-5649-8C65-A9A079F7B4F8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237F2C-5139-FA43-A715-18BA83887B48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7BDF69-C1D4-FD48-B769-10ED41AC6B9A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2DAE2C-8209-5845-A41A-795EED20A2E1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589B1B-BD2E-3947-B3DA-E571D143D79B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CC38A3-5668-D34E-8AB0-DBF3FA4405FE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4" name="Picture 10">
            <a:extLst>
              <a:ext uri="{FF2B5EF4-FFF2-40B4-BE49-F238E27FC236}">
                <a16:creationId xmlns:a16="http://schemas.microsoft.com/office/drawing/2014/main" id="{8B1908BF-FC3C-8945-9403-DD85FDBA3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1">
            <a:extLst>
              <a:ext uri="{FF2B5EF4-FFF2-40B4-BE49-F238E27FC236}">
                <a16:creationId xmlns:a16="http://schemas.microsoft.com/office/drawing/2014/main" id="{3AC944AE-3DA6-6D46-9896-8C9A5B5DC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1460500"/>
            <a:ext cx="1460500" cy="4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ontent Placeholder 9"/>
          <p:cNvSpPr>
            <a:spLocks noGrp="1"/>
          </p:cNvSpPr>
          <p:nvPr>
            <p:ph sz="quarter" idx="11"/>
          </p:nvPr>
        </p:nvSpPr>
        <p:spPr>
          <a:xfrm>
            <a:off x="682992" y="1519491"/>
            <a:ext cx="8102600" cy="457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marL="742960" indent="-2857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Arial" panose="020B0604020202020204" pitchFamily="34" charset="0"/>
              <a:buChar char="•"/>
              <a:defRPr sz="2600"/>
            </a:lvl2pPr>
            <a:lvl3pPr marL="1143014" indent="-2286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Courier New" panose="02070309020205020404" pitchFamily="49" charset="0"/>
              <a:buChar char="o"/>
              <a:defRPr sz="2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682992" y="768055"/>
            <a:ext cx="8102600" cy="677955"/>
          </a:xfrm>
          <a:prstGeom prst="rect">
            <a:avLst/>
          </a:prstGeom>
        </p:spPr>
        <p:txBody>
          <a:bodyPr/>
          <a:lstStyle>
            <a:lvl1pPr marL="0" marR="0" indent="0" algn="l" defTabSz="9144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  <a:defRPr sz="3600">
                <a:solidFill>
                  <a:srgbClr val="712C3D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7C862EEA-28BB-6E4B-9707-1FFF86A719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805" y="137301"/>
            <a:ext cx="2679445" cy="563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75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ictures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2A799ECC-9C25-9146-AD4B-9DD0F48D3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03F2B6CA-1276-1047-9AA8-00148647CFFB}" type="slidenum">
              <a:rPr lang="en-GB" altLang="en-KE" sz="1200">
                <a:solidFill>
                  <a:srgbClr val="76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eaLnBrk="1" hangingPunct="1"/>
              <a:t>‹#›</a:t>
            </a:fld>
            <a:endParaRPr lang="en-GB" altLang="en-KE" sz="1200">
              <a:solidFill>
                <a:srgbClr val="7621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E5531CC3-CC6E-1843-B82E-9AEC564D71F1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E775DC-D560-C348-8BA0-0DD9CCE0553A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AC00026-2EF9-CD48-8AC1-5BCFF3D776CE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AB4B9E-72D8-CE40-836E-2062E356E0BA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666A9B4-D7F0-1047-8242-B36B9D41D920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076A48-E503-3146-8777-D1FD43FBCDDA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66B05F-F902-894D-A53B-C2A45B57715A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BBDB311-E09B-9C46-8413-2A2AF94A4409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7" name="Picture 10">
            <a:extLst>
              <a:ext uri="{FF2B5EF4-FFF2-40B4-BE49-F238E27FC236}">
                <a16:creationId xmlns:a16="http://schemas.microsoft.com/office/drawing/2014/main" id="{C73892EC-ECFE-E64C-9F0E-E3D58BDAC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6105525"/>
            <a:ext cx="1160463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1">
            <a:extLst>
              <a:ext uri="{FF2B5EF4-FFF2-40B4-BE49-F238E27FC236}">
                <a16:creationId xmlns:a16="http://schemas.microsoft.com/office/drawing/2014/main" id="{7E435D17-FBA8-6847-9179-E46B6896A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16013"/>
            <a:ext cx="14605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609600" y="1342716"/>
            <a:ext cx="8102600" cy="457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marL="742960" indent="-2857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Arial" panose="020B0604020202020204" pitchFamily="34" charset="0"/>
              <a:buChar char="•"/>
              <a:defRPr sz="2600"/>
            </a:lvl2pPr>
            <a:lvl3pPr marL="1143014" indent="-2286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buFont typeface="Courier New" panose="02070309020205020404" pitchFamily="49" charset="0"/>
              <a:buChar char="o"/>
              <a:defRPr sz="2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262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245600" y="6350"/>
            <a:ext cx="2946400" cy="44437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9245600" y="4515995"/>
            <a:ext cx="2946400" cy="22975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599965" y="427831"/>
            <a:ext cx="8102600" cy="677955"/>
          </a:xfrm>
          <a:prstGeom prst="rect">
            <a:avLst/>
          </a:prstGeom>
        </p:spPr>
        <p:txBody>
          <a:bodyPr/>
          <a:lstStyle>
            <a:lvl1pPr marL="0" marR="0" indent="0" algn="l" defTabSz="9144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  <a:defRPr sz="3600">
                <a:solidFill>
                  <a:srgbClr val="712C3D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208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FORM with color line a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1E01E3-DA2F-F84F-B28E-CEC6442C5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7B3DA183-37CA-BF44-8637-45CBBA3DC114}" type="slidenum">
              <a:rPr lang="en-GB" altLang="en-KE" sz="1200">
                <a:solidFill>
                  <a:srgbClr val="76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eaLnBrk="1" hangingPunct="1"/>
              <a:t>‹#›</a:t>
            </a:fld>
            <a:endParaRPr lang="en-GB" altLang="en-KE" sz="1200">
              <a:solidFill>
                <a:srgbClr val="7621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33C2A3-7CBD-9240-B355-C689A2AD8416}"/>
              </a:ext>
            </a:extLst>
          </p:cNvPr>
          <p:cNvGrpSpPr>
            <a:grpSpLocks/>
          </p:cNvGrpSpPr>
          <p:nvPr/>
        </p:nvGrpSpPr>
        <p:grpSpPr bwMode="auto">
          <a:xfrm>
            <a:off x="0" y="6813550"/>
            <a:ext cx="12192000" cy="50800"/>
            <a:chOff x="0" y="6813551"/>
            <a:chExt cx="12192000" cy="50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E4DD567-14E9-9747-86F7-8B1314CCA655}"/>
                </a:ext>
              </a:extLst>
            </p:cNvPr>
            <p:cNvSpPr/>
            <p:nvPr/>
          </p:nvSpPr>
          <p:spPr>
            <a:xfrm rot="5400000">
              <a:off x="9545638" y="5954713"/>
              <a:ext cx="50800" cy="1768475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FBA9970-245A-FC41-A9E9-6D32C80E8984}"/>
                </a:ext>
              </a:extLst>
            </p:cNvPr>
            <p:cNvSpPr/>
            <p:nvPr/>
          </p:nvSpPr>
          <p:spPr>
            <a:xfrm rot="5400000">
              <a:off x="11282363" y="5954713"/>
              <a:ext cx="50800" cy="1768475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42D156-9061-0346-B096-73F642F8016D}"/>
                </a:ext>
              </a:extLst>
            </p:cNvPr>
            <p:cNvSpPr/>
            <p:nvPr/>
          </p:nvSpPr>
          <p:spPr>
            <a:xfrm rot="5400000">
              <a:off x="7807326" y="5954713"/>
              <a:ext cx="50800" cy="1768475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90A061-5C63-6943-A8C7-890687DEADC8}"/>
                </a:ext>
              </a:extLst>
            </p:cNvPr>
            <p:cNvSpPr/>
            <p:nvPr/>
          </p:nvSpPr>
          <p:spPr>
            <a:xfrm rot="5400000">
              <a:off x="6070601" y="5954713"/>
              <a:ext cx="50800" cy="1768475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98C101-62C4-5A44-83D3-59E8FF8A34BA}"/>
                </a:ext>
              </a:extLst>
            </p:cNvPr>
            <p:cNvSpPr/>
            <p:nvPr/>
          </p:nvSpPr>
          <p:spPr>
            <a:xfrm rot="5400000">
              <a:off x="4333876" y="5954713"/>
              <a:ext cx="50800" cy="1768475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F2EF99-67C2-FC47-9CC2-5CB1CE880B84}"/>
                </a:ext>
              </a:extLst>
            </p:cNvPr>
            <p:cNvSpPr/>
            <p:nvPr/>
          </p:nvSpPr>
          <p:spPr>
            <a:xfrm rot="5400000">
              <a:off x="2596357" y="5953919"/>
              <a:ext cx="50800" cy="1770063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848E36-C604-F644-A2CA-513C2E15212E}"/>
                </a:ext>
              </a:extLst>
            </p:cNvPr>
            <p:cNvSpPr/>
            <p:nvPr/>
          </p:nvSpPr>
          <p:spPr>
            <a:xfrm rot="5400000">
              <a:off x="858838" y="5954713"/>
              <a:ext cx="50800" cy="1768475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3FFBDF1-8AB4-3E4D-8DFD-F7244FD3A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4888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FORM layout logo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8E1ED0-3FF6-A64D-BC40-D8206D83A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431F65F4-0E3D-0546-8139-6B6AC2549528}" type="slidenum">
              <a:rPr lang="en-GB" altLang="en-KE" sz="1200">
                <a:solidFill>
                  <a:srgbClr val="76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eaLnBrk="1" hangingPunct="1"/>
              <a:t>‹#›</a:t>
            </a:fld>
            <a:endParaRPr lang="en-GB" altLang="en-KE" sz="1200">
              <a:solidFill>
                <a:srgbClr val="7621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3B51D-58A8-8242-BA9C-178E95133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9194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FORM layout logo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A34211-2653-3A4F-BEB3-59B9B7148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1900" y="125413"/>
            <a:ext cx="641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E1E722F4-5A2C-8646-A701-E423F44131BB}" type="slidenum">
              <a:rPr lang="en-GB" altLang="en-KE" sz="1200">
                <a:solidFill>
                  <a:srgbClr val="7621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eaLnBrk="1" hangingPunct="1"/>
              <a:t>‹#›</a:t>
            </a:fld>
            <a:endParaRPr lang="en-GB" altLang="en-KE" sz="1200">
              <a:solidFill>
                <a:srgbClr val="7621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8E215A-560C-BA4A-9508-913D464E4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6105525"/>
            <a:ext cx="1160463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0514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00595" y="322325"/>
            <a:ext cx="11376551" cy="47825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98684E-32D5-A648-A288-0FC950941D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30" y="5220769"/>
            <a:ext cx="12192000" cy="163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980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6293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F3396E7A-5B48-1A45-96DD-EF1264B7F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0" y="1717675"/>
            <a:ext cx="12888913" cy="299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65039200-6EAB-1B4A-A969-C543EB302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413" y="6105525"/>
            <a:ext cx="116046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213784" y="2911254"/>
            <a:ext cx="9826090" cy="609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147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696" r:id="rId1"/>
    <p:sldLayoutId id="2147485697" r:id="rId2"/>
    <p:sldLayoutId id="2147485698" r:id="rId3"/>
    <p:sldLayoutId id="2147485699" r:id="rId4"/>
    <p:sldLayoutId id="2147485700" r:id="rId5"/>
    <p:sldLayoutId id="2147485701" r:id="rId6"/>
    <p:sldLayoutId id="2147485702" r:id="rId7"/>
    <p:sldLayoutId id="2147485703" r:id="rId8"/>
    <p:sldLayoutId id="2147485704" r:id="rId9"/>
    <p:sldLayoutId id="2147485705" r:id="rId10"/>
    <p:sldLayoutId id="2147485706" r:id="rId11"/>
    <p:sldLayoutId id="2147485707" r:id="rId12"/>
    <p:sldLayoutId id="2147485708" r:id="rId13"/>
    <p:sldLayoutId id="2147485709" r:id="rId14"/>
    <p:sldLayoutId id="2147485710" r:id="rId15"/>
    <p:sldLayoutId id="2147485711" r:id="rId16"/>
    <p:sldLayoutId id="2147485712" r:id="rId17"/>
    <p:sldLayoutId id="2147485695" r:id="rId18"/>
    <p:sldLayoutId id="2147485713" r:id="rId19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5pPr>
      <a:lvl6pPr marL="45720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11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17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2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32" indent="-228603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751BA7-23F3-4E4F-8A93-B04B4B845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788" y="1630363"/>
            <a:ext cx="10688637" cy="139065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dirty="0"/>
              <a:t>Wastewater-based epidemiological surveillance for public health action</a:t>
            </a:r>
          </a:p>
        </p:txBody>
      </p:sp>
      <p:sp>
        <p:nvSpPr>
          <p:cNvPr id="23554" name="Subtitle 2">
            <a:extLst>
              <a:ext uri="{FF2B5EF4-FFF2-40B4-BE49-F238E27FC236}">
                <a16:creationId xmlns:a16="http://schemas.microsoft.com/office/drawing/2014/main" id="{862B3D89-D228-C441-AC2A-53BC584D2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3513138"/>
            <a:ext cx="6357938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en-KE" i="1" dirty="0">
                <a:solidFill>
                  <a:srgbClr val="292929"/>
                </a:solidFill>
                <a:latin typeface="Calibri" panose="020F0502020204030204" pitchFamily="34" charset="0"/>
              </a:rPr>
              <a:t>Kennedy Mwangi</a:t>
            </a:r>
          </a:p>
          <a:p>
            <a:pPr eaLnBrk="1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en-KE" i="1" dirty="0">
                <a:solidFill>
                  <a:srgbClr val="292929"/>
                </a:solidFill>
                <a:latin typeface="Calibri" panose="020F0502020204030204" pitchFamily="34" charset="0"/>
              </a:rPr>
              <a:t>Research Associate</a:t>
            </a:r>
          </a:p>
          <a:p>
            <a:pPr eaLnBrk="1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en-KE" i="1" dirty="0">
                <a:solidFill>
                  <a:srgbClr val="292929"/>
                </a:solidFill>
                <a:latin typeface="Calibri" panose="020F0502020204030204" pitchFamily="34" charset="0"/>
              </a:rPr>
              <a:t>Health Program</a:t>
            </a:r>
            <a:endParaRPr lang="en-GB" altLang="en-KE" i="1" dirty="0">
              <a:solidFill>
                <a:srgbClr val="292929"/>
              </a:solidFill>
              <a:latin typeface="Calibri" panose="020F0502020204030204" pitchFamily="34" charset="0"/>
            </a:endParaRPr>
          </a:p>
        </p:txBody>
      </p:sp>
      <p:sp>
        <p:nvSpPr>
          <p:cNvPr id="23555" name="Subtitle 2">
            <a:extLst>
              <a:ext uri="{FF2B5EF4-FFF2-40B4-BE49-F238E27FC236}">
                <a16:creationId xmlns:a16="http://schemas.microsoft.com/office/drawing/2014/main" id="{2487E3FA-17F2-0648-A202-AF4ED3882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4649788"/>
            <a:ext cx="50577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en-KE" sz="1600" dirty="0">
                <a:solidFill>
                  <a:srgbClr val="292929"/>
                </a:solidFill>
                <a:latin typeface="Calibri" panose="020F0502020204030204" pitchFamily="34" charset="0"/>
              </a:rPr>
              <a:t>Animal Health Lab Meeting</a:t>
            </a:r>
          </a:p>
          <a:p>
            <a:pPr eaLnBrk="1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en-KE" sz="1600" dirty="0">
                <a:solidFill>
                  <a:srgbClr val="292929"/>
                </a:solidFill>
                <a:latin typeface="Calibri" panose="020F0502020204030204" pitchFamily="34" charset="0"/>
              </a:rPr>
              <a:t>Nairobi, 24</a:t>
            </a:r>
            <a:r>
              <a:rPr lang="en-US" altLang="en-KE" sz="1600" baseline="30000" dirty="0">
                <a:solidFill>
                  <a:srgbClr val="292929"/>
                </a:solidFill>
                <a:latin typeface="Calibri" panose="020F0502020204030204" pitchFamily="34" charset="0"/>
              </a:rPr>
              <a:t>th</a:t>
            </a:r>
            <a:r>
              <a:rPr lang="en-US" altLang="en-KE" sz="1600" dirty="0">
                <a:solidFill>
                  <a:srgbClr val="292929"/>
                </a:solidFill>
                <a:latin typeface="Calibri" panose="020F0502020204030204" pitchFamily="34" charset="0"/>
              </a:rPr>
              <a:t>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99C5C1CC-6403-7D41-BFEB-2ED4CDD1A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lang="en-US" altLang="en-KE" dirty="0">
                <a:solidFill>
                  <a:srgbClr val="712C3D"/>
                </a:solidFill>
              </a:rPr>
              <a:t>What is wastewater-based epidemiological surveillance?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84AF34-B520-A74D-3CBF-04FC1E91ADF4}"/>
              </a:ext>
            </a:extLst>
          </p:cNvPr>
          <p:cNvSpPr txBox="1"/>
          <p:nvPr/>
        </p:nvSpPr>
        <p:spPr bwMode="auto">
          <a:xfrm>
            <a:off x="82966" y="1494572"/>
            <a:ext cx="7049354" cy="4190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Wastewater-based epidemiological surveillance is the process of collecting, analyzing, and interpreting data from </a:t>
            </a:r>
            <a:r>
              <a:rPr lang="en-US" sz="2000" b="1" dirty="0"/>
              <a:t>sewage to monitor the spread of pathogens</a:t>
            </a:r>
            <a:r>
              <a:rPr lang="en-US" sz="2000" dirty="0"/>
              <a:t> (like viruses or bacteria) in a community.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captures biomarkers, such as pathogen DNA or RNA, from both symptomatic and asymptomatic infections, providing a comprehensive, </a:t>
            </a:r>
            <a:r>
              <a:rPr lang="en-US" sz="2000" b="1" dirty="0"/>
              <a:t>population-level view of disease trends</a:t>
            </a:r>
            <a:r>
              <a:rPr lang="en-US" sz="2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F09DF-EB21-18B1-FB8B-23AF9AE84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055" y="1790963"/>
            <a:ext cx="5249595" cy="31215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2272D-17DA-6CF3-F2D5-62B40FA26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D76E0BA1-E559-57DD-7861-36117B81C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8287" y="427038"/>
            <a:ext cx="11484588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lang="en-US" altLang="en-KE" dirty="0">
                <a:solidFill>
                  <a:srgbClr val="712C3D"/>
                </a:solidFill>
              </a:rPr>
              <a:t>Early wastewater-based surveillance: Polio virus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96460-9E5A-D5CE-16C4-1DAC610E5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732" y="1211000"/>
            <a:ext cx="2182917" cy="5514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E68632-4B81-B078-674C-F5C00E931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100" y="955139"/>
            <a:ext cx="5367666" cy="39922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8B079D-CDC3-0A82-9DE8-EBAC225477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299" y="4849112"/>
            <a:ext cx="5729269" cy="18324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749971-E668-F6A8-EE62-29064D8348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5" y="1737255"/>
            <a:ext cx="3858768" cy="392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38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6681D-33EA-EEF0-6E51-148F6A4E6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4A3E6EED-5FBE-651C-AB99-72CB2DA7C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lang="en-US" altLang="en-KE" dirty="0">
                <a:solidFill>
                  <a:srgbClr val="712C3D"/>
                </a:solidFill>
              </a:rPr>
              <a:t>SARS-CoV-2 surveillance in wastewater </a:t>
            </a:r>
          </a:p>
        </p:txBody>
      </p:sp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DD80DE55-2181-DB5B-0FBD-5D34F93E3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980" y="978038"/>
            <a:ext cx="5252282" cy="55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52B587-86AF-1459-FE61-EC129394A974}"/>
              </a:ext>
            </a:extLst>
          </p:cNvPr>
          <p:cNvSpPr txBox="1"/>
          <p:nvPr/>
        </p:nvSpPr>
        <p:spPr bwMode="auto">
          <a:xfrm>
            <a:off x="9669518" y="6593063"/>
            <a:ext cx="12276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sz="1100" dirty="0">
                <a:latin typeface="+mn-lt"/>
              </a:rPr>
              <a:t>Kaplan </a:t>
            </a:r>
            <a:r>
              <a:rPr lang="en-US" sz="1100" i="1" dirty="0">
                <a:latin typeface="+mn-lt"/>
              </a:rPr>
              <a:t>et al</a:t>
            </a:r>
            <a:r>
              <a:rPr lang="en-US" sz="1100" dirty="0">
                <a:latin typeface="+mn-lt"/>
              </a:rPr>
              <a:t>, 2022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D1C00F-ECE2-815C-2679-9D1E90B191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3" y="1998231"/>
            <a:ext cx="6480679" cy="367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53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DA2F0-B490-28F6-638B-CA52F0B6A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A88661C6-4630-7A4B-1E73-4A42175E3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lang="en-US" altLang="en-KE" dirty="0">
                <a:solidFill>
                  <a:srgbClr val="712C3D"/>
                </a:solidFill>
              </a:rPr>
              <a:t>The wastewater surveillance strategy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506379-C8B2-8667-CDF9-C9A389ED4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261"/>
            <a:ext cx="7205367" cy="55829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F70C912-EF9F-07E8-C9B0-7FD45822E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4" t="58856"/>
          <a:stretch>
            <a:fillRect/>
          </a:stretch>
        </p:blipFill>
        <p:spPr>
          <a:xfrm>
            <a:off x="7485468" y="1879001"/>
            <a:ext cx="4512657" cy="3695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CED2AB-BD47-D962-222C-820AC2D58A43}"/>
              </a:ext>
            </a:extLst>
          </p:cNvPr>
          <p:cNvSpPr txBox="1"/>
          <p:nvPr/>
        </p:nvSpPr>
        <p:spPr bwMode="auto">
          <a:xfrm>
            <a:off x="10892923" y="5521084"/>
            <a:ext cx="129907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sz="1100" dirty="0">
                <a:latin typeface="+mn-lt"/>
              </a:rPr>
              <a:t>Parkins </a:t>
            </a:r>
            <a:r>
              <a:rPr lang="en-US" sz="1100" i="1" dirty="0">
                <a:latin typeface="+mn-lt"/>
              </a:rPr>
              <a:t>et al,</a:t>
            </a:r>
            <a:r>
              <a:rPr lang="en-US" sz="1100" dirty="0">
                <a:latin typeface="+mn-lt"/>
              </a:rPr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272828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5DD2F-6156-9384-806E-AF1FACC70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4175-E0B5-559E-068E-31BD25A0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Wastewater sampling to-date…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62DD8-7D74-1417-5750-7A9EB748BAC6}"/>
              </a:ext>
            </a:extLst>
          </p:cNvPr>
          <p:cNvSpPr txBox="1"/>
          <p:nvPr/>
        </p:nvSpPr>
        <p:spPr bwMode="auto">
          <a:xfrm>
            <a:off x="409903" y="1475652"/>
            <a:ext cx="7365650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Number of sampling sites: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Arial" panose="020B0604020202020204" pitchFamily="34" charset="0"/>
              </a:rPr>
              <a:t>	- Mombasa: </a:t>
            </a:r>
            <a:r>
              <a:rPr lang="en-US" sz="2000" b="1" dirty="0">
                <a:cs typeface="Arial" panose="020B0604020202020204" pitchFamily="34" charset="0"/>
              </a:rPr>
              <a:t>12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Arial" panose="020B0604020202020204" pitchFamily="34" charset="0"/>
              </a:rPr>
              <a:t>	- Kisumu:     </a:t>
            </a:r>
            <a:r>
              <a:rPr lang="en-US" sz="2000" b="1" dirty="0">
                <a:cs typeface="Arial" panose="020B0604020202020204" pitchFamily="34" charset="0"/>
              </a:rPr>
              <a:t>18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Sampling period: </a:t>
            </a:r>
            <a:r>
              <a:rPr lang="en-US" sz="2000" b="1" dirty="0">
                <a:cs typeface="Arial" panose="020B0604020202020204" pitchFamily="34" charset="0"/>
              </a:rPr>
              <a:t>19</a:t>
            </a:r>
            <a:r>
              <a:rPr lang="en-US" sz="2000" b="1" baseline="30000" dirty="0">
                <a:cs typeface="Arial" panose="020B0604020202020204" pitchFamily="34" charset="0"/>
              </a:rPr>
              <a:t>th</a:t>
            </a:r>
            <a:r>
              <a:rPr lang="en-US" sz="2000" b="1" dirty="0">
                <a:cs typeface="Arial" panose="020B0604020202020204" pitchFamily="34" charset="0"/>
              </a:rPr>
              <a:t> Oct. 2023</a:t>
            </a:r>
            <a:r>
              <a:rPr lang="en-US" sz="2000" dirty="0">
                <a:cs typeface="Arial" panose="020B0604020202020204" pitchFamily="34" charset="0"/>
              </a:rPr>
              <a:t> to </a:t>
            </a:r>
            <a:r>
              <a:rPr lang="en-US" sz="2000" b="1" dirty="0">
                <a:cs typeface="Arial" panose="020B0604020202020204" pitchFamily="34" charset="0"/>
              </a:rPr>
              <a:t>30</a:t>
            </a:r>
            <a:r>
              <a:rPr lang="en-US" sz="2000" b="1" baseline="30000" dirty="0">
                <a:cs typeface="Arial" panose="020B0604020202020204" pitchFamily="34" charset="0"/>
              </a:rPr>
              <a:t>th</a:t>
            </a:r>
            <a:r>
              <a:rPr lang="en-US" sz="2000" b="1" dirty="0">
                <a:cs typeface="Arial" panose="020B0604020202020204" pitchFamily="34" charset="0"/>
              </a:rPr>
              <a:t> April 2026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Sampling frequency: </a:t>
            </a:r>
            <a:r>
              <a:rPr lang="en-US" sz="2000" b="1" dirty="0">
                <a:cs typeface="Arial" panose="020B0604020202020204" pitchFamily="34" charset="0"/>
              </a:rPr>
              <a:t>bi-weekly</a:t>
            </a:r>
            <a:endParaRPr lang="en-US" sz="2000" dirty="0"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Number of samples sequenced: </a:t>
            </a:r>
            <a:r>
              <a:rPr lang="en-US" sz="2000" b="1" dirty="0">
                <a:cs typeface="Arial" panose="020B0604020202020204" pitchFamily="34" charset="0"/>
              </a:rPr>
              <a:t>1378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Number of sequencing runs: </a:t>
            </a:r>
            <a:r>
              <a:rPr lang="en-US" sz="2000" b="1" dirty="0">
                <a:cs typeface="Arial" panose="020B0604020202020204" pitchFamily="34" charset="0"/>
              </a:rPr>
              <a:t>43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Number of samples analyzed</a:t>
            </a:r>
            <a:r>
              <a:rPr lang="en-US" sz="2000">
                <a:cs typeface="Arial" panose="020B0604020202020204" pitchFamily="34" charset="0"/>
              </a:rPr>
              <a:t>: </a:t>
            </a:r>
            <a:r>
              <a:rPr lang="en-US" sz="2000" b="1">
                <a:cs typeface="Arial" panose="020B0604020202020204" pitchFamily="34" charset="0"/>
              </a:rPr>
              <a:t>1378</a:t>
            </a:r>
            <a:endParaRPr lang="en-US" sz="2000" b="1" dirty="0">
              <a:cs typeface="Arial" panose="020B0604020202020204" pitchFamily="34" charset="0"/>
            </a:endParaRPr>
          </a:p>
          <a:p>
            <a:pPr algn="l"/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0537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0EF9-C2E0-236C-29FF-6BB331E8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BBCABE9C-CFE4-5BA0-3C9C-90F346DA8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2943" y="95961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lang="en-US" altLang="en-KE" dirty="0">
                <a:solidFill>
                  <a:srgbClr val="712C3D"/>
                </a:solidFill>
              </a:rPr>
              <a:t>Bioinformatics analysis workflow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46B310-62DC-D0B2-E813-3CA7C71B9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82" y="870257"/>
            <a:ext cx="11692829" cy="592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80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3CC8-980A-3991-7F77-5BAB1AF32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494D329D-5FB4-8DED-81C2-587A2EA3C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lang="en-US" altLang="en-KE" dirty="0">
                <a:solidFill>
                  <a:srgbClr val="712C3D"/>
                </a:solidFill>
              </a:rPr>
              <a:t>Taxonomic classification 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B57577-2E70-7CF4-BD34-7DCE47955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5" t="2471" r="2259" b="3042"/>
          <a:stretch/>
        </p:blipFill>
        <p:spPr>
          <a:xfrm>
            <a:off x="2251316" y="985416"/>
            <a:ext cx="5908915" cy="583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00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5375-9159-1F7D-9E68-D4349361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2B0D4E5B-C1BC-835E-0407-FFD892B99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800" b="1" dirty="0"/>
              <a:t>Mombasa</a:t>
            </a:r>
            <a:r>
              <a:rPr lang="en-US" sz="2800" dirty="0"/>
              <a:t>: Top 15 Bacteria (week 25 – 48): January 2025 – January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50A780-8099-52CC-3806-8FBE548CF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6" y="1698475"/>
            <a:ext cx="12162574" cy="479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01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6D39F-0D13-1001-F0B8-0B60949FC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2E5F6BFB-C260-8494-3459-1D39355888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800" b="1" dirty="0"/>
              <a:t>Kisumu</a:t>
            </a:r>
            <a:r>
              <a:rPr lang="en-US" sz="2800" dirty="0"/>
              <a:t>: Top 15 Bacteria (week 25 – 45): January 2025 – January 2026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9B7C51C-2309-9DF8-E325-BE36F2756CD2}"/>
              </a:ext>
            </a:extLst>
          </p:cNvPr>
          <p:cNvGrpSpPr/>
          <p:nvPr/>
        </p:nvGrpSpPr>
        <p:grpSpPr>
          <a:xfrm>
            <a:off x="-69369" y="1691504"/>
            <a:ext cx="11985775" cy="4678651"/>
            <a:chOff x="0" y="2076183"/>
            <a:chExt cx="11985775" cy="467865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E841B72-8B77-1B3C-A6A0-5976899A8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3767"/>
            <a:stretch>
              <a:fillRect/>
            </a:stretch>
          </p:blipFill>
          <p:spPr>
            <a:xfrm>
              <a:off x="0" y="2251316"/>
              <a:ext cx="11985775" cy="450351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5F7D8D-57B1-4947-503E-9EF65C09FDEE}"/>
                </a:ext>
              </a:extLst>
            </p:cNvPr>
            <p:cNvSpPr txBox="1"/>
            <p:nvPr/>
          </p:nvSpPr>
          <p:spPr bwMode="auto">
            <a:xfrm>
              <a:off x="498189" y="2087549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BNDN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CA5281D-9260-AA7F-46F1-657E8497C283}"/>
                </a:ext>
              </a:extLst>
            </p:cNvPr>
            <p:cNvSpPr txBox="1"/>
            <p:nvPr/>
          </p:nvSpPr>
          <p:spPr bwMode="auto">
            <a:xfrm>
              <a:off x="1027910" y="2081243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BJNC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CAD4D5-99F8-AB23-7DA5-8B77AB79D088}"/>
                </a:ext>
              </a:extLst>
            </p:cNvPr>
            <p:cNvSpPr txBox="1"/>
            <p:nvPr/>
          </p:nvSpPr>
          <p:spPr bwMode="auto">
            <a:xfrm>
              <a:off x="1532405" y="2076183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CJNC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B9126F-6DF0-EB50-51DB-A22213A5C705}"/>
                </a:ext>
              </a:extLst>
            </p:cNvPr>
            <p:cNvSpPr txBox="1"/>
            <p:nvPr/>
          </p:nvSpPr>
          <p:spPr bwMode="auto">
            <a:xfrm>
              <a:off x="2017982" y="2082489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EBTL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39DD32-070B-6DE2-7DC1-51432D707315}"/>
                </a:ext>
              </a:extLst>
            </p:cNvPr>
            <p:cNvSpPr txBox="1"/>
            <p:nvPr/>
          </p:nvSpPr>
          <p:spPr bwMode="auto">
            <a:xfrm>
              <a:off x="2547703" y="2093854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JRQR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A214464-B0CF-A19F-BE18-B64F7A0ADEE5}"/>
                </a:ext>
              </a:extLst>
            </p:cNvPr>
            <p:cNvSpPr txBox="1"/>
            <p:nvPr/>
          </p:nvSpPr>
          <p:spPr bwMode="auto">
            <a:xfrm>
              <a:off x="3033275" y="2095101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JNLN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3D95E5-5813-AC87-92D4-47791AFF3EBB}"/>
                </a:ext>
              </a:extLst>
            </p:cNvPr>
            <p:cNvSpPr txBox="1"/>
            <p:nvPr/>
          </p:nvSpPr>
          <p:spPr bwMode="auto">
            <a:xfrm>
              <a:off x="3550384" y="2081242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KCBD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5E2187-A3FC-1942-D222-22439E41B9CA}"/>
                </a:ext>
              </a:extLst>
            </p:cNvPr>
            <p:cNvSpPr txBox="1"/>
            <p:nvPr/>
          </p:nvSpPr>
          <p:spPr bwMode="auto">
            <a:xfrm>
              <a:off x="4073788" y="2082489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KJNC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7D772E-EAD3-5513-D67C-AA1939B8DF4E}"/>
                </a:ext>
              </a:extLst>
            </p:cNvPr>
            <p:cNvSpPr txBox="1"/>
            <p:nvPr/>
          </p:nvSpPr>
          <p:spPr bwMode="auto">
            <a:xfrm>
              <a:off x="5041787" y="2082489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KPTQ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0F16A71-3DEE-D679-7AC7-7F44AD8628A7}"/>
                </a:ext>
              </a:extLst>
            </p:cNvPr>
            <p:cNvSpPr txBox="1"/>
            <p:nvPr/>
          </p:nvSpPr>
          <p:spPr bwMode="auto">
            <a:xfrm>
              <a:off x="5541060" y="2095488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MBSH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D99698-0703-2E46-4773-E898950E7720}"/>
                </a:ext>
              </a:extLst>
            </p:cNvPr>
            <p:cNvSpPr txBox="1"/>
            <p:nvPr/>
          </p:nvSpPr>
          <p:spPr bwMode="auto">
            <a:xfrm>
              <a:off x="6064449" y="2095294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MLSL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2326C4-D7DE-F1C9-9D34-D656A6A03BF8}"/>
                </a:ext>
              </a:extLst>
            </p:cNvPr>
            <p:cNvSpPr txBox="1"/>
            <p:nvPr/>
          </p:nvSpPr>
          <p:spPr bwMode="auto">
            <a:xfrm>
              <a:off x="6580542" y="2095294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NBST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68DD00-959D-A1E6-ACE3-E658EFBD3029}"/>
                </a:ext>
              </a:extLst>
            </p:cNvPr>
            <p:cNvSpPr txBox="1"/>
            <p:nvPr/>
          </p:nvSpPr>
          <p:spPr bwMode="auto">
            <a:xfrm>
              <a:off x="7079815" y="2084921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NYLG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00F5B2-C276-DCFB-3100-1966987DD873}"/>
                </a:ext>
              </a:extLst>
            </p:cNvPr>
            <p:cNvSpPr txBox="1"/>
            <p:nvPr/>
          </p:nvSpPr>
          <p:spPr bwMode="auto">
            <a:xfrm>
              <a:off x="7567478" y="2087549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NYRW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52A9D3-C6E0-2B43-E526-E16B11C9105A}"/>
                </a:ext>
              </a:extLst>
            </p:cNvPr>
            <p:cNvSpPr txBox="1"/>
            <p:nvPr/>
          </p:nvSpPr>
          <p:spPr bwMode="auto">
            <a:xfrm>
              <a:off x="8055141" y="2079248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OBNW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5D64D4-397D-73CD-574E-B02D73F43C62}"/>
                </a:ext>
              </a:extLst>
            </p:cNvPr>
            <p:cNvSpPr txBox="1"/>
            <p:nvPr/>
          </p:nvSpPr>
          <p:spPr bwMode="auto">
            <a:xfrm>
              <a:off x="8595339" y="2079249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SBRD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A44213B-6856-0CDB-5B4E-83C5C8166935}"/>
                </a:ext>
              </a:extLst>
            </p:cNvPr>
            <p:cNvSpPr txBox="1"/>
            <p:nvPr/>
          </p:nvSpPr>
          <p:spPr bwMode="auto">
            <a:xfrm>
              <a:off x="9080907" y="2093855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TMPS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6EF8A9-CCD0-0EFB-33B3-EAC530E83A1E}"/>
                </a:ext>
              </a:extLst>
            </p:cNvPr>
            <p:cNvSpPr txBox="1"/>
            <p:nvPr/>
          </p:nvSpPr>
          <p:spPr bwMode="auto">
            <a:xfrm>
              <a:off x="4573039" y="2085588"/>
              <a:ext cx="5864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00" dirty="0">
                  <a:cs typeface="Arial" panose="020B0604020202020204" pitchFamily="34" charset="0"/>
                </a:rPr>
                <a:t>KCLN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4864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3D9B0-D19B-FB81-46DD-A6E6E149A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7EB9FC0E-5922-D560-FCEE-7C6EBB6B9C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800" b="1" dirty="0"/>
              <a:t>Mombasa</a:t>
            </a:r>
            <a:r>
              <a:rPr lang="en-US" sz="2800" dirty="0"/>
              <a:t>: Top 15 Virus (week 25 – 48): January 2025 – January 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B4F25A-86F0-1A7E-8CF8-754210564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817" y="1611654"/>
            <a:ext cx="12144285" cy="488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03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032A-8A02-E03C-F99A-F161E34F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FD30BBF9-27D5-6EC3-AD47-EED4A55D3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Kisumu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: Top 15 Virus (week 25 – 45): January 2025 – January 2026</a:t>
            </a:r>
            <a:endParaRPr lang="en-US" altLang="en-KE" dirty="0">
              <a:solidFill>
                <a:srgbClr val="712C3D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645CCC-6B20-BAF5-1DFE-993B979CE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8" y="1569091"/>
            <a:ext cx="12116702" cy="47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36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D825F-A4B4-3914-B686-881EF433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E83D6C2A-4104-1DBB-6AAE-4D2A506BE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8094" y="87313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Mombasa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Klebsiella pneumoniae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across sampling timeline</a:t>
            </a:r>
            <a:endParaRPr lang="en-US" altLang="en-KE" dirty="0">
              <a:solidFill>
                <a:srgbClr val="712C3D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DE83F-67DF-3737-B187-743E4117D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7" y="820475"/>
            <a:ext cx="11315157" cy="595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63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EC98-40D8-94A4-9B8B-0936530C1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B8FE02D3-AC84-AA94-6480-562D3882C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166960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lang="en-US" sz="2800" b="1" dirty="0">
                <a:latin typeface="Calibri"/>
              </a:rPr>
              <a:t>Kisumu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Klebsiella pneumoniae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across sampling timeline</a:t>
            </a:r>
            <a:endParaRPr lang="en-US" altLang="en-KE" dirty="0">
              <a:solidFill>
                <a:srgbClr val="712C3D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A8602-43CD-BAF1-2C59-CB529F663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30" y="746925"/>
            <a:ext cx="11053006" cy="59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65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50856-22CA-7109-CEAB-D2754198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0B5EC85E-5F79-F60D-2B4A-8DD12CC62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Mombasa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: </a:t>
            </a:r>
            <a:r>
              <a:rPr lang="en-US" sz="2800" i="1" dirty="0"/>
              <a:t>African swine fever virus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across sampling timeline</a:t>
            </a:r>
            <a:endParaRPr lang="en-US" altLang="en-KE" dirty="0">
              <a:solidFill>
                <a:srgbClr val="712C3D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8E135-D3A7-18FF-5390-6B07839E5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10" y="1028294"/>
            <a:ext cx="10648519" cy="561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817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D8B3-70D2-F8BB-E7A2-268699C2C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25D12294-A473-092B-9640-3524E2C31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lang="en-US" sz="2800" b="1" dirty="0"/>
              <a:t>Kisumu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ea typeface="MS PGothic" pitchFamily="34" charset="-128"/>
              </a:rPr>
              <a:t>: </a:t>
            </a:r>
            <a:r>
              <a:rPr lang="en-US" sz="2800" i="1" dirty="0"/>
              <a:t>African swine fever virus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ea typeface="MS PGothic" pitchFamily="34" charset="-128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82622"/>
                </a:solidFill>
                <a:effectLst/>
                <a:uLnTx/>
                <a:uFillTx/>
                <a:ea typeface="MS PGothic" pitchFamily="34" charset="-128"/>
              </a:rPr>
              <a:t>across sampling timeline</a:t>
            </a:r>
            <a:endParaRPr lang="en-US" altLang="en-KE" dirty="0">
              <a:solidFill>
                <a:srgbClr val="712C3D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8133A-5856-1357-9A3E-4970AA276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45" y="913885"/>
            <a:ext cx="11059102" cy="59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119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047C7-69B4-9D63-8C88-3DE524FF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704AC8BE-1CB8-5A38-B811-2F09D9CFF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lang="en-US" altLang="en-KE" dirty="0">
                <a:solidFill>
                  <a:srgbClr val="712C3D"/>
                </a:solidFill>
              </a:rPr>
              <a:t>Public Dashboard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2A8F80-6D48-5207-7051-59A6030A5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64" y="1259628"/>
            <a:ext cx="11252137" cy="55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99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ED24-60C3-87DC-9D36-3BB7901FA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4">
            <a:extLst>
              <a:ext uri="{FF2B5EF4-FFF2-40B4-BE49-F238E27FC236}">
                <a16:creationId xmlns:a16="http://schemas.microsoft.com/office/drawing/2014/main" id="{EC38B417-86EC-9984-039E-9112725F5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427038"/>
            <a:ext cx="10972800" cy="67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r>
              <a:rPr lang="en-US" altLang="en-KE" dirty="0">
                <a:solidFill>
                  <a:srgbClr val="712C3D"/>
                </a:solidFill>
              </a:rPr>
              <a:t>Acknowledgements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BCE1F91-F779-7B8A-2A06-11F165F01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3925" y="3194792"/>
            <a:ext cx="1028566" cy="97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2F8B0392-9472-B431-921F-83F204161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94792"/>
            <a:ext cx="2562386" cy="1276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1DCD9325-A13F-1C67-6573-E309F18D6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386" y="3100200"/>
            <a:ext cx="4444685" cy="1276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467B01-3813-8029-D9D1-36AD7961B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281" y="2976609"/>
            <a:ext cx="2669057" cy="152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74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507BDF-9B1D-424C-B404-9E81CAB2F7BE}"/>
              </a:ext>
            </a:extLst>
          </p:cNvPr>
          <p:cNvSpPr txBox="1"/>
          <p:nvPr/>
        </p:nvSpPr>
        <p:spPr>
          <a:xfrm>
            <a:off x="7097713" y="2465388"/>
            <a:ext cx="3340100" cy="7699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4400" spc="300" dirty="0">
                <a:solidFill>
                  <a:schemeClr val="bg1"/>
                </a:solidFill>
                <a:latin typeface="Calibri Light" panose="020F0302020204030204" pitchFamily="34" charset="0"/>
                <a:ea typeface="Calibri" charset="0"/>
                <a:cs typeface="Calibri Light" panose="020F0302020204030204" pitchFamily="34" charset="0"/>
              </a:rPr>
              <a:t>THANK YOU</a:t>
            </a:r>
          </a:p>
        </p:txBody>
      </p:sp>
      <p:pic>
        <p:nvPicPr>
          <p:cNvPr id="34818" name="Picture Placeholder 4" descr="A person drinking from a glass&#10;&#10;Description automatically generated">
            <a:extLst>
              <a:ext uri="{FF2B5EF4-FFF2-40B4-BE49-F238E27FC236}">
                <a16:creationId xmlns:a16="http://schemas.microsoft.com/office/drawing/2014/main" id="{A7EFEBEA-C566-1440-9834-8C3323F64E3F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322263"/>
            <a:ext cx="11377613" cy="4783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=""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>
          <a:defRPr sz="2000" dirty="0" smtClean="0">
            <a:solidFill>
              <a:srgbClr val="FFFFFF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LRIPPT_Jan2021" id="{F1B73426-82CB-274A-B4FA-EB256EF2DCA8}" vid="{E96F1DC3-B87F-DD4F-B1FD-DD189A609E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42d84ba-1dec-4fe7-a46c-74d6ac9bcd8d" xsi:nil="true"/>
    <i4c3d5e64c274795932229a38e00a793 xmlns="83f2a59d-3e54-4c8b-b9a5-47a201ebb0a2">
      <Terms xmlns="http://schemas.microsoft.com/office/infopath/2007/PartnerControls"/>
    </i4c3d5e64c274795932229a38e00a793>
    <cefd509ffa4f44a0b69065c0ed18600c xmlns="83f2a59d-3e54-4c8b-b9a5-47a201ebb0a2">
      <Terms xmlns="http://schemas.microsoft.com/office/infopath/2007/PartnerControls"/>
    </cefd509ffa4f44a0b69065c0ed18600c>
    <m330a56d9f0847d99951188d64446d71 xmlns="83f2a59d-3e54-4c8b-b9a5-47a201ebb0a2">
      <Terms xmlns="http://schemas.microsoft.com/office/infopath/2007/PartnerControls"/>
    </m330a56d9f0847d99951188d64446d71>
    <oa4b71c64b654d778fc49bbb0e3b844d xmlns="83f2a59d-3e54-4c8b-b9a5-47a201ebb0a2">
      <Terms xmlns="http://schemas.microsoft.com/office/infopath/2007/PartnerControls"/>
    </oa4b71c64b654d778fc49bbb0e3b844d>
    <b6380472ea8944eaa89c9c012e7d1e83 xmlns="83f2a59d-3e54-4c8b-b9a5-47a201ebb0a2">
      <Terms xmlns="http://schemas.microsoft.com/office/infopath/2007/PartnerControls"/>
    </b6380472ea8944eaa89c9c012e7d1e83>
    <lcf76f155ced4ddcb4097134ff3c332f xmlns="83f2a59d-3e54-4c8b-b9a5-47a201ebb0a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8DB9CCF9A4FF4383635F4770A1D7D4" ma:contentTypeVersion="32" ma:contentTypeDescription="Create a new document." ma:contentTypeScope="" ma:versionID="dee0c5ee38ca51a764a2cdaff2ada345">
  <xsd:schema xmlns:xsd="http://www.w3.org/2001/XMLSchema" xmlns:xs="http://www.w3.org/2001/XMLSchema" xmlns:p="http://schemas.microsoft.com/office/2006/metadata/properties" xmlns:ns2="83f2a59d-3e54-4c8b-b9a5-47a201ebb0a2" xmlns:ns3="b42d84ba-1dec-4fe7-a46c-74d6ac9bcd8d" targetNamespace="http://schemas.microsoft.com/office/2006/metadata/properties" ma:root="true" ma:fieldsID="fc2bd52244ef16c87e261ce081dbb861" ns2:_="" ns3:_="">
    <xsd:import namespace="83f2a59d-3e54-4c8b-b9a5-47a201ebb0a2"/>
    <xsd:import namespace="b42d84ba-1dec-4fe7-a46c-74d6ac9bcd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cefd509ffa4f44a0b69065c0ed18600c" minOccurs="0"/>
                <xsd:element ref="ns3:TaxCatchAll" minOccurs="0"/>
                <xsd:element ref="ns2:m330a56d9f0847d99951188d64446d71" minOccurs="0"/>
                <xsd:element ref="ns2:i4c3d5e64c274795932229a38e00a793" minOccurs="0"/>
                <xsd:element ref="ns2:b6380472ea8944eaa89c9c012e7d1e83" minOccurs="0"/>
                <xsd:element ref="ns2:oa4b71c64b654d778fc49bbb0e3b844d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2a59d-3e54-4c8b-b9a5-47a201ebb0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cefd509ffa4f44a0b69065c0ed18600c" ma:index="22" nillable="true" ma:taxonomy="true" ma:internalName="cefd509ffa4f44a0b69065c0ed18600c" ma:taxonomyFieldName="Terms" ma:displayName="Terms" ma:fieldId="{cefd509f-fa4f-44a0-b690-65c0ed18600c}" ma:taxonomyMulti="true" ma:sspId="41616629-9183-4d38-9e3a-f9db27d53a26" ma:termSetId="d09d7b83-72e2-4ea3-9ee5-efd0c7d479d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30a56d9f0847d99951188d64446d71" ma:index="25" nillable="true" ma:taxonomy="true" ma:internalName="m330a56d9f0847d99951188d64446d71" ma:taxonomyFieldName="DepartmentsAndPrograms" ma:displayName="Departments and programs" ma:fieldId="{6330a56d-9f08-47d9-9951-188d64446d71}" ma:taxonomyMulti="true" ma:sspId="41616629-9183-4d38-9e3a-f9db27d53a26" ma:termSetId="eb3ea0da-517c-43fd-9e14-05fb01068a2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4c3d5e64c274795932229a38e00a793" ma:index="27" nillable="true" ma:taxonomy="true" ma:internalName="i4c3d5e64c274795932229a38e00a793" ma:taxonomyFieldName="OfficeLocation" ma:displayName="Office Location" ma:fieldId="{24c3d5e6-4c27-4795-9322-29a38e00a793}" ma:taxonomyMulti="true" ma:sspId="41616629-9183-4d38-9e3a-f9db27d53a26" ma:termSetId="c251abb0-d412-4c9c-ac73-659a942b4db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6380472ea8944eaa89c9c012e7d1e83" ma:index="29" nillable="true" ma:taxonomy="true" ma:internalName="b6380472ea8944eaa89c9c012e7d1e83" ma:taxonomyFieldName="Topics" ma:displayName="Topics" ma:fieldId="{b6380472-ea89-44ea-a89c-9c012e7d1e83}" ma:taxonomyMulti="true" ma:sspId="41616629-9183-4d38-9e3a-f9db27d53a26" ma:termSetId="27cbf079-c048-4532-8bec-083648ed19c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a4b71c64b654d778fc49bbb0e3b844d" ma:index="31" nillable="true" ma:taxonomy="true" ma:internalName="oa4b71c64b654d778fc49bbb0e3b844d" ma:taxonomyFieldName="HubItemType" ma:displayName="Hub Item Type" ma:fieldId="{8a4b71c6-4b65-4d77-8fc4-9bbb0e3b844d}" ma:sspId="41616629-9183-4d38-9e3a-f9db27d53a26" ma:termSetId="0fe30f40-11cc-4850-861c-341b028e8a0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33" nillable="true" ma:taxonomy="true" ma:internalName="lcf76f155ced4ddcb4097134ff3c332f" ma:taxonomyFieldName="MediaServiceImageTags" ma:displayName="Image Tags" ma:readOnly="false" ma:fieldId="{5cf76f15-5ced-4ddc-b409-7134ff3c332f}" ma:taxonomyMulti="true" ma:sspId="41616629-9183-4d38-9e3a-f9db27d53a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d84ba-1dec-4fe7-a46c-74d6ac9bcd8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d9577bc-cb43-4962-975b-8b7c7fc79b6d}" ma:internalName="TaxCatchAll" ma:showField="CatchAllData" ma:web="b42d84ba-1dec-4fe7-a46c-74d6ac9bcd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EF2A85-305E-4872-962A-A2756340EECE}">
  <ds:schemaRefs>
    <ds:schemaRef ds:uri="http://purl.org/dc/terms/"/>
    <ds:schemaRef ds:uri="http://purl.org/dc/dcmitype/"/>
    <ds:schemaRef ds:uri="83f2a59d-3e54-4c8b-b9a5-47a201ebb0a2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b42d84ba-1dec-4fe7-a46c-74d6ac9bcd8d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BA16B2B-25B8-4989-8DDE-EA166D5DAA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f2a59d-3e54-4c8b-b9a5-47a201ebb0a2"/>
    <ds:schemaRef ds:uri="b42d84ba-1dec-4fe7-a46c-74d6ac9bcd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3EDDCB8-33C0-4213-93E7-2DEABCFEB0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Animal-Health-Presentation-Kennedy-20260424</Template>
  <TotalTime>2277</TotalTime>
  <Words>290</Words>
  <Application>Microsoft Macintosh PowerPoint</Application>
  <PresentationFormat>Widescreen</PresentationFormat>
  <Paragraphs>56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MS PGothic</vt:lpstr>
      <vt:lpstr>Arial</vt:lpstr>
      <vt:lpstr>Calibri</vt:lpstr>
      <vt:lpstr>Calibri Light</vt:lpstr>
      <vt:lpstr>Courier New</vt:lpstr>
      <vt:lpstr>ilri_powerpoint_template_apr2013</vt:lpstr>
      <vt:lpstr>Wastewater-based epidemiological surveillance for public health action</vt:lpstr>
      <vt:lpstr>What is wastewater-based epidemiological surveillance?</vt:lpstr>
      <vt:lpstr>Early wastewater-based surveillance: Polio virus</vt:lpstr>
      <vt:lpstr>SARS-CoV-2 surveillance in wastewater </vt:lpstr>
      <vt:lpstr>The wastewater surveillance strategy</vt:lpstr>
      <vt:lpstr>Wastewater sampling to-date…</vt:lpstr>
      <vt:lpstr>Bioinformatics analysis workflow</vt:lpstr>
      <vt:lpstr>Taxonomic classification results</vt:lpstr>
      <vt:lpstr>Mombasa: Top 15 Bacteria (week 25 – 48): January 2025 – January 2026</vt:lpstr>
      <vt:lpstr>Kisumu: Top 15 Bacteria (week 25 – 45): January 2025 – January 2026</vt:lpstr>
      <vt:lpstr>Mombasa: Top 15 Virus (week 25 – 48): January 2025 – January 2026</vt:lpstr>
      <vt:lpstr>Kisumu: Top 15 Virus (week 25 – 45): January 2025 – January 2026</vt:lpstr>
      <vt:lpstr>Mombasa: Klebsiella pneumoniae across sampling timeline</vt:lpstr>
      <vt:lpstr>Kisumu: Klebsiella pneumoniae across sampling timeline</vt:lpstr>
      <vt:lpstr>Mombasa: African swine fever virus across sampling timeline</vt:lpstr>
      <vt:lpstr>Kisumu: African swine fever virus across sampling timeline</vt:lpstr>
      <vt:lpstr>Public Dashboard</vt:lpstr>
      <vt:lpstr>Acknowledgements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Mwangi, Kennedy (ILRI)</dc:creator>
  <cp:lastModifiedBy>Kennedy Mwangi</cp:lastModifiedBy>
  <cp:revision>1</cp:revision>
  <dcterms:created xsi:type="dcterms:W3CDTF">2026-04-20T08:13:59Z</dcterms:created>
  <dcterms:modified xsi:type="dcterms:W3CDTF">2026-04-23T19:32:03Z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0x010100FC8DB9CCF9A4FF4383635F4770A1D7D4</vt:lpwstr>
  </property>
  <property fmtid="{D5CDD505-2E9C-101B-9397-08002B2CF9AE}" pid="3" name="MSIP_Label_80c4d10e-bd94-4e7c-b4a1-fe20ff6d8abe_Enabled">
    <vt:lpwstr>true</vt:lpwstr>
  </property>
  <property fmtid="{D5CDD505-2E9C-101B-9397-08002B2CF9AE}" pid="4" name="MSIP_Label_80c4d10e-bd94-4e7c-b4a1-fe20ff6d8abe_SetDate">
    <vt:lpwstr>2021-01-26T07:19:47Z</vt:lpwstr>
  </property>
  <property fmtid="{D5CDD505-2E9C-101B-9397-08002B2CF9AE}" pid="5" name="MSIP_Label_80c4d10e-bd94-4e7c-b4a1-fe20ff6d8abe_Method">
    <vt:lpwstr>Standard</vt:lpwstr>
  </property>
  <property fmtid="{D5CDD505-2E9C-101B-9397-08002B2CF9AE}" pid="6" name="MSIP_Label_80c4d10e-bd94-4e7c-b4a1-fe20ff6d8abe_Name">
    <vt:lpwstr>80c4d10e-bd94-4e7c-b4a1-fe20ff6d8abe</vt:lpwstr>
  </property>
  <property fmtid="{D5CDD505-2E9C-101B-9397-08002B2CF9AE}" pid="7" name="MSIP_Label_80c4d10e-bd94-4e7c-b4a1-fe20ff6d8abe_SiteId">
    <vt:lpwstr>6afa0e00-fa14-40b7-8a2e-22a7f8c357d5</vt:lpwstr>
  </property>
  <property fmtid="{D5CDD505-2E9C-101B-9397-08002B2CF9AE}" pid="8" name="MSIP_Label_80c4d10e-bd94-4e7c-b4a1-fe20ff6d8abe_ActionId">
    <vt:lpwstr>cbbe11e2-0fe5-494a-8c83-7dfdfd3148c5</vt:lpwstr>
  </property>
  <property fmtid="{D5CDD505-2E9C-101B-9397-08002B2CF9AE}" pid="9" name="MSIP_Label_80c4d10e-bd94-4e7c-b4a1-fe20ff6d8abe_ContentBits">
    <vt:lpwstr>0</vt:lpwstr>
  </property>
  <property fmtid="{D5CDD505-2E9C-101B-9397-08002B2CF9AE}" pid="10" name="_ExtendedDescription">
    <vt:lpwstr/>
  </property>
  <property fmtid="{D5CDD505-2E9C-101B-9397-08002B2CF9AE}" pid="11" name="HubItemType">
    <vt:lpwstr/>
  </property>
  <property fmtid="{D5CDD505-2E9C-101B-9397-08002B2CF9AE}" pid="12" name="Terms">
    <vt:lpwstr/>
  </property>
  <property fmtid="{D5CDD505-2E9C-101B-9397-08002B2CF9AE}" pid="13" name="Topics">
    <vt:lpwstr/>
  </property>
  <property fmtid="{D5CDD505-2E9C-101B-9397-08002B2CF9AE}" pid="14" name="DepartmentsAndPrograms">
    <vt:lpwstr/>
  </property>
  <property fmtid="{D5CDD505-2E9C-101B-9397-08002B2CF9AE}" pid="15" name="OfficeLocation">
    <vt:lpwstr/>
  </property>
  <property fmtid="{D5CDD505-2E9C-101B-9397-08002B2CF9AE}" pid="16" name="MediaServiceImageTags">
    <vt:lpwstr/>
  </property>
</Properties>
</file>
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27.jpeg" ContentType="image/jpeg"/>
  <Override PartName="/ppt/media/image11.wmf" ContentType="image/x-wmf"/>
  <Override PartName="/ppt/media/image50.png" ContentType="image/png"/>
  <Override PartName="/ppt/media/image25.jpeg" ContentType="image/jpeg"/>
  <Override PartName="/ppt/media/image30.png" ContentType="image/png"/>
  <Override PartName="/ppt/media/image29.png" ContentType="image/png"/>
  <Override PartName="/ppt/media/image24.jpeg" ContentType="image/jpeg"/>
  <Override PartName="/ppt/media/image23.jpeg" ContentType="image/jpeg"/>
  <Override PartName="/ppt/media/image47.png" ContentType="image/png"/>
  <Override PartName="/ppt/media/image22.jpeg" ContentType="image/jpeg"/>
  <Override PartName="/ppt/media/image5.png" ContentType="image/png"/>
  <Override PartName="/ppt/media/image37.png" ContentType="image/png"/>
  <Override PartName="/ppt/media/image21.jpeg" ContentType="image/jpeg"/>
  <Override PartName="/ppt/media/image19.jpeg" ContentType="image/jpeg"/>
  <Override PartName="/ppt/media/image17.jpeg" ContentType="image/jpeg"/>
  <Override PartName="/ppt/media/image33.png" ContentType="image/png"/>
  <Override PartName="/ppt/media/image16.jpeg" ContentType="image/jpeg"/>
  <Override PartName="/ppt/media/image15.wmf" ContentType="image/x-wmf"/>
  <Override PartName="/ppt/media/image3.png" ContentType="image/png"/>
  <Override PartName="/ppt/media/image35.png" ContentType="image/png"/>
  <Override PartName="/ppt/media/image26.jpeg" ContentType="image/jpeg"/>
  <Override PartName="/ppt/media/image40.png" ContentType="image/png"/>
  <Override PartName="/ppt/media/image14.png" ContentType="image/png"/>
  <Override PartName="/ppt/media/image1.wmf" ContentType="image/x-wmf"/>
  <Override PartName="/ppt/media/image10.wmf" ContentType="image/x-wmf"/>
  <Override PartName="/ppt/media/image31.png" ContentType="image/png"/>
  <Override PartName="/ppt/media/image39.png" ContentType="image/png"/>
  <Override PartName="/ppt/media/image32.png" ContentType="image/png"/>
  <Override PartName="/ppt/media/image44.png" ContentType="image/png"/>
  <Override PartName="/ppt/media/image45.png" ContentType="image/png"/>
  <Override PartName="/ppt/media/image34.png" ContentType="image/png"/>
  <Override PartName="/ppt/media/image46.png" ContentType="image/png"/>
  <Override PartName="/ppt/media/image36.png" ContentType="image/png"/>
  <Override PartName="/ppt/media/image48.png" ContentType="image/png"/>
  <Override PartName="/ppt/media/image49.png" ContentType="image/png"/>
  <Override PartName="/ppt/media/image52.png" ContentType="image/png"/>
  <Override PartName="/ppt/media/image13.wmf" ContentType="image/x-wmf"/>
  <Override PartName="/ppt/media/image4.wmf" ContentType="image/x-wmf"/>
  <Override PartName="/ppt/media/image28.png" ContentType="image/png"/>
  <Override PartName="/ppt/media/image51.png" ContentType="image/png"/>
  <Override PartName="/ppt/media/image12.wmf" ContentType="image/x-wmf"/>
  <Override PartName="/ppt/media/image8.wmf" ContentType="image/x-wmf"/>
  <Override PartName="/ppt/media/image42.png" ContentType="image/png"/>
  <Override PartName="/ppt/media/image2.wmf" ContentType="image/x-wmf"/>
  <Override PartName="/ppt/media/image20.jpeg" ContentType="image/jpeg"/>
  <Override PartName="/ppt/media/image18.jpeg" ContentType="image/jpeg"/>
  <Override PartName="/ppt/media/image43.png" ContentType="image/png"/>
  <Override PartName="/ppt/media/image9.wmf" ContentType="image/x-wmf"/>
  <Override PartName="/ppt/media/image41.png" ContentType="image/png"/>
  <Override PartName="/ppt/media/image7.wmf" ContentType="image/x-wmf"/>
  <Override PartName="/ppt/media/image6.png" ContentType="image/png"/>
  <Override PartName="/ppt/media/image38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5" r:id="rId20"/>
    <p:sldMasterId id="2147483687" r:id="rId21"/>
  </p:sldMasterIdLst>
  <p:notesMasterIdLst>
    <p:notesMasterId r:id="rId22"/>
  </p:notesMasterIdLst>
  <p:sldIdLst>
    <p:sldId id="256" r:id="rId23"/>
    <p:sldId id="257" r:id="rId24"/>
    <p:sldId id="258" r:id="rId25"/>
    <p:sldId id="259" r:id="rId26"/>
    <p:sldId id="260" r:id="rId27"/>
    <p:sldId id="261" r:id="rId28"/>
    <p:sldId id="262" r:id="rId29"/>
    <p:sldId id="263" r:id="rId30"/>
    <p:sldId id="264" r:id="rId31"/>
    <p:sldId id="265" r:id="rId32"/>
    <p:sldId id="266" r:id="rId33"/>
    <p:sldId id="267" r:id="rId34"/>
    <p:sldId id="268" r:id="rId35"/>
    <p:sldId id="269" r:id="rId36"/>
    <p:sldId id="270" r:id="rId37"/>
    <p:sldId id="271" r:id="rId38"/>
    <p:sldId id="272" r:id="rId39"/>
    <p:sldId id="273" r:id="rId40"/>
    <p:sldId id="274" r:id="rId41"/>
    <p:sldId id="275" r:id="rId42"/>
    <p:sldId id="276" r:id="rId4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notesMaster" Target="notesMasters/notesMaster1.xml"/><Relationship Id="rId23" Type="http://schemas.openxmlformats.org/officeDocument/2006/relationships/slide" Target="slides/slide1.xml"/><Relationship Id="rId24" Type="http://schemas.openxmlformats.org/officeDocument/2006/relationships/slide" Target="slides/slide2.xml"/><Relationship Id="rId25" Type="http://schemas.openxmlformats.org/officeDocument/2006/relationships/slide" Target="slides/slide3.xml"/><Relationship Id="rId26" Type="http://schemas.openxmlformats.org/officeDocument/2006/relationships/slide" Target="slides/slide4.xml"/><Relationship Id="rId27" Type="http://schemas.openxmlformats.org/officeDocument/2006/relationships/slide" Target="slides/slide5.xml"/><Relationship Id="rId28" Type="http://schemas.openxmlformats.org/officeDocument/2006/relationships/slide" Target="slides/slide6.xml"/><Relationship Id="rId29" Type="http://schemas.openxmlformats.org/officeDocument/2006/relationships/slide" Target="slides/slide7.xml"/><Relationship Id="rId30" Type="http://schemas.openxmlformats.org/officeDocument/2006/relationships/slide" Target="slides/slide8.xml"/><Relationship Id="rId31" Type="http://schemas.openxmlformats.org/officeDocument/2006/relationships/slide" Target="slides/slide9.xml"/><Relationship Id="rId32" Type="http://schemas.openxmlformats.org/officeDocument/2006/relationships/slide" Target="slides/slide10.xml"/><Relationship Id="rId33" Type="http://schemas.openxmlformats.org/officeDocument/2006/relationships/slide" Target="slides/slide11.xml"/><Relationship Id="rId34" Type="http://schemas.openxmlformats.org/officeDocument/2006/relationships/slide" Target="slides/slide12.xml"/><Relationship Id="rId35" Type="http://schemas.openxmlformats.org/officeDocument/2006/relationships/slide" Target="slides/slide13.xml"/><Relationship Id="rId36" Type="http://schemas.openxmlformats.org/officeDocument/2006/relationships/slide" Target="slides/slide14.xml"/><Relationship Id="rId37" Type="http://schemas.openxmlformats.org/officeDocument/2006/relationships/slide" Target="slides/slide15.xml"/><Relationship Id="rId38" Type="http://schemas.openxmlformats.org/officeDocument/2006/relationships/slide" Target="slides/slide16.xml"/><Relationship Id="rId39" Type="http://schemas.openxmlformats.org/officeDocument/2006/relationships/slide" Target="slides/slide17.xml"/><Relationship Id="rId40" Type="http://schemas.openxmlformats.org/officeDocument/2006/relationships/slide" Target="slides/slide18.xml"/><Relationship Id="rId41" Type="http://schemas.openxmlformats.org/officeDocument/2006/relationships/slide" Target="slides/slide19.xml"/><Relationship Id="rId42" Type="http://schemas.openxmlformats.org/officeDocument/2006/relationships/slide" Target="slides/slide20.xml"/><Relationship Id="rId43" Type="http://schemas.openxmlformats.org/officeDocument/2006/relationships/slide" Target="slides/slide21.xml"/><Relationship Id="rId4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62E5ACF-9CA2-4AFE-9D19-8C95BFED549D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sldImg"/>
          </p:nvPr>
        </p:nvSpPr>
        <p:spPr>
          <a:xfrm>
            <a:off x="141120" y="766800"/>
            <a:ext cx="6821280" cy="3838320"/>
          </a:xfrm>
          <a:prstGeom prst="rect">
            <a:avLst/>
          </a:prstGeom>
          <a:ln w="0">
            <a:noFill/>
          </a:ln>
        </p:spPr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709560" y="4861080"/>
            <a:ext cx="5684400" cy="460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7200" rIns="97200" tIns="48600" bIns="4860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sldNum" idx="4"/>
          </p:nvPr>
        </p:nvSpPr>
        <p:spPr>
          <a:xfrm>
            <a:off x="4022640" y="9720360"/>
            <a:ext cx="3079440" cy="51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7200" rIns="97200" tIns="48600" bIns="4860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300" spc="-1" strike="noStrike">
                <a:solidFill>
                  <a:schemeClr val="dk1"/>
                </a:solidFill>
                <a:latin typeface="Calibri"/>
                <a:ea typeface="MS P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1025CA-E5C4-4862-B549-931B35AEC49D}" type="slidenum">
              <a:rPr b="0" lang="en-GB" sz="1300" spc="-1" strike="noStrike">
                <a:solidFill>
                  <a:schemeClr val="dk1"/>
                </a:solidFill>
                <a:latin typeface="Calibri"/>
                <a:ea typeface="MS PGothic"/>
              </a:rPr>
              <a:t>&lt;number&gt;</a:t>
            </a:fld>
            <a:endParaRPr b="0" lang="en-GB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sldImg"/>
          </p:nvPr>
        </p:nvSpPr>
        <p:spPr>
          <a:xfrm>
            <a:off x="141120" y="766800"/>
            <a:ext cx="6821280" cy="3838320"/>
          </a:xfrm>
          <a:prstGeom prst="rect">
            <a:avLst/>
          </a:prstGeom>
          <a:ln w="0">
            <a:noFill/>
          </a:ln>
        </p:spPr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709560" y="4861080"/>
            <a:ext cx="5684400" cy="460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7200" rIns="97200" tIns="48600" bIns="4860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 type="sldNum" idx="5"/>
          </p:nvPr>
        </p:nvSpPr>
        <p:spPr>
          <a:xfrm>
            <a:off x="4022640" y="9720360"/>
            <a:ext cx="3079440" cy="51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7200" rIns="97200" tIns="48600" bIns="4860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300" spc="-1" strike="noStrike">
                <a:solidFill>
                  <a:schemeClr val="dk1"/>
                </a:solidFill>
                <a:latin typeface="Calibri"/>
                <a:ea typeface="MS P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70D6A55-2473-43A4-8001-B0F3475A65B8}" type="slidenum">
              <a:rPr b="0" lang="en-GB" sz="1300" spc="-1" strike="noStrike">
                <a:solidFill>
                  <a:schemeClr val="dk1"/>
                </a:solidFill>
                <a:latin typeface="Calibri"/>
                <a:ea typeface="MS PGothic"/>
              </a:rPr>
              <a:t>&lt;number&gt;</a:t>
            </a:fld>
            <a:endParaRPr b="0" lang="en-GB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sldImg"/>
          </p:nvPr>
        </p:nvSpPr>
        <p:spPr>
          <a:xfrm>
            <a:off x="141120" y="766800"/>
            <a:ext cx="6821280" cy="3838320"/>
          </a:xfrm>
          <a:prstGeom prst="rect">
            <a:avLst/>
          </a:prstGeom>
          <a:ln w="0">
            <a:noFill/>
          </a:ln>
        </p:spPr>
      </p:sp>
      <p:sp>
        <p:nvSpPr>
          <p:cNvPr id="600" name="PlaceHolder 2"/>
          <p:cNvSpPr>
            <a:spLocks noGrp="1"/>
          </p:cNvSpPr>
          <p:nvPr>
            <p:ph type="body"/>
          </p:nvPr>
        </p:nvSpPr>
        <p:spPr>
          <a:xfrm>
            <a:off x="709560" y="4861080"/>
            <a:ext cx="5684400" cy="460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7200" rIns="97200" tIns="48600" bIns="4860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 type="sldNum" idx="6"/>
          </p:nvPr>
        </p:nvSpPr>
        <p:spPr>
          <a:xfrm>
            <a:off x="4022640" y="9720360"/>
            <a:ext cx="3079440" cy="51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7200" rIns="97200" tIns="48600" bIns="4860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300" spc="-1" strike="noStrike">
                <a:solidFill>
                  <a:schemeClr val="dk1"/>
                </a:solidFill>
                <a:latin typeface="Calibri"/>
                <a:ea typeface="MS P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C06A0B6-2649-434D-928F-363F5F9ABF2B}" type="slidenum">
              <a:rPr b="0" lang="en-GB" sz="1300" spc="-1" strike="noStrike">
                <a:solidFill>
                  <a:schemeClr val="dk1"/>
                </a:solidFill>
                <a:latin typeface="Calibri"/>
                <a:ea typeface="MS PGothic"/>
              </a:rPr>
              <a:t>&lt;number&gt;</a:t>
            </a:fld>
            <a:endParaRPr b="0" lang="en-GB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sldImg"/>
          </p:nvPr>
        </p:nvSpPr>
        <p:spPr>
          <a:xfrm>
            <a:off x="141120" y="766800"/>
            <a:ext cx="6821280" cy="3838320"/>
          </a:xfrm>
          <a:prstGeom prst="rect">
            <a:avLst/>
          </a:prstGeom>
          <a:ln w="0">
            <a:noFill/>
          </a:ln>
        </p:spPr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709560" y="4861080"/>
            <a:ext cx="5684400" cy="460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7200" rIns="97200" tIns="48600" bIns="4860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sldNum" idx="7"/>
          </p:nvPr>
        </p:nvSpPr>
        <p:spPr>
          <a:xfrm>
            <a:off x="4022640" y="9720360"/>
            <a:ext cx="3079440" cy="512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7200" rIns="97200" tIns="48600" bIns="4860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300" spc="-1" strike="noStrike">
                <a:solidFill>
                  <a:schemeClr val="dk1"/>
                </a:solidFill>
                <a:latin typeface="Calibri"/>
                <a:ea typeface="MS P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0D93EC4-6494-4F01-A9A4-160106108B92}" type="slidenum">
              <a:rPr b="0" lang="en-GB" sz="1300" spc="-1" strike="noStrike">
                <a:solidFill>
                  <a:schemeClr val="dk1"/>
                </a:solidFill>
                <a:latin typeface="Calibri"/>
                <a:ea typeface="MS PGothic"/>
              </a:rPr>
              <a:t>&lt;number&gt;</a:t>
            </a:fld>
            <a:endParaRPr b="0" lang="en-GB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left images slan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REEFORM CONTENT with graphics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REEFORM CONTENT with graphics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pictures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REEFORM with color line a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REEFORM layout logo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REEFORM layout logo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REE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/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tandard n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ONTENT Standard n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subTitle"/>
          </p:nvPr>
        </p:nvSpPr>
        <p:spPr>
          <a:xfrm>
            <a:off x="1981080" y="2209680"/>
            <a:ext cx="8229240" cy="31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bann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right image slan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wmf"/><Relationship Id="rId3" Type="http://schemas.openxmlformats.org/officeDocument/2006/relationships/image" Target="../media/image2.wmf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wmf"/><Relationship Id="rId3" Type="http://schemas.openxmlformats.org/officeDocument/2006/relationships/image" Target="../media/image4.wmf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wmf"/><Relationship Id="rId3" Type="http://schemas.openxmlformats.org/officeDocument/2006/relationships/image" Target="../media/image4.wmf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wmf"/><Relationship Id="rId3" Type="http://schemas.openxmlformats.org/officeDocument/2006/relationships/image" Target="../media/image4.wmf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wmf"/><Relationship Id="rId3" Type="http://schemas.openxmlformats.org/officeDocument/2006/relationships/image" Target="../media/image4.wmf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.wmf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2.wmf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2.wmf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7.wmf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8.wmf"/><Relationship Id="rId3" Type="http://schemas.openxmlformats.org/officeDocument/2006/relationships/image" Target="../media/image2.wmf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wmf"/><Relationship Id="rId3" Type="http://schemas.openxmlformats.org/officeDocument/2006/relationships/image" Target="../media/image2.wmf"/><Relationship Id="rId4" Type="http://schemas.openxmlformats.org/officeDocument/2006/relationships/image" Target="../media/image9.wmf"/><Relationship Id="rId5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wmf"/><Relationship Id="rId3" Type="http://schemas.openxmlformats.org/officeDocument/2006/relationships/image" Target="../media/image2.wmf"/><Relationship Id="rId4" Type="http://schemas.openxmlformats.org/officeDocument/2006/relationships/image" Target="../media/image10.wmf"/><Relationship Id="rId5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wmf"/><Relationship Id="rId3" Type="http://schemas.openxmlformats.org/officeDocument/2006/relationships/image" Target="../media/image2.wmf"/><Relationship Id="rId4" Type="http://schemas.openxmlformats.org/officeDocument/2006/relationships/image" Target="../media/image11.wmf"/><Relationship Id="rId5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wmf"/><Relationship Id="rId3" Type="http://schemas.openxmlformats.org/officeDocument/2006/relationships/image" Target="../media/image2.wmf"/><Relationship Id="rId4" Type="http://schemas.openxmlformats.org/officeDocument/2006/relationships/image" Target="../media/image12.wmf"/><Relationship Id="rId5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wmf"/><Relationship Id="rId3" Type="http://schemas.openxmlformats.org/officeDocument/2006/relationships/image" Target="../media/image2.wmf"/><Relationship Id="rId4" Type="http://schemas.openxmlformats.org/officeDocument/2006/relationships/image" Target="../media/image13.wmf"/><Relationship Id="rId5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2.wmf"/><Relationship Id="rId3" Type="http://schemas.openxmlformats.org/officeDocument/2006/relationships/image" Target="../media/image4.wmf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2.wmf"/><Relationship Id="rId3" Type="http://schemas.openxmlformats.org/officeDocument/2006/relationships/image" Target="../media/image4.wmf"/><Relationship Id="rId4" Type="http://schemas.openxmlformats.org/officeDocument/2006/relationships/slideLayout" Target="../slideLayouts/slideLayout20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2.wmf"/><Relationship Id="rId3" Type="http://schemas.openxmlformats.org/officeDocument/2006/relationships/image" Target="../media/image4.wmf"/><Relationship Id="rId4" Type="http://schemas.openxmlformats.org/officeDocument/2006/relationships/slideLayout" Target="../slideLayouts/slideLayout2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1"/>
          <p:cNvGrpSpPr/>
          <p:nvPr/>
        </p:nvGrpSpPr>
        <p:grpSpPr>
          <a:xfrm>
            <a:off x="360" y="6813720"/>
            <a:ext cx="12191760" cy="50400"/>
            <a:chOff x="360" y="6813720"/>
            <a:chExt cx="12191760" cy="50400"/>
          </a:xfrm>
        </p:grpSpPr>
        <p:sp>
          <p:nvSpPr>
            <p:cNvPr id="1" name="Rectangle 4"/>
            <p:cNvSpPr/>
            <p:nvPr/>
          </p:nvSpPr>
          <p:spPr>
            <a:xfrm rot="5400000">
              <a:off x="9545760" y="5954760"/>
              <a:ext cx="50400" cy="1767960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2" name="Rectangle 5"/>
            <p:cNvSpPr/>
            <p:nvPr/>
          </p:nvSpPr>
          <p:spPr>
            <a:xfrm rot="5400000">
              <a:off x="11282760" y="5954760"/>
              <a:ext cx="50400" cy="1767960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3" name="Rectangle 6"/>
            <p:cNvSpPr/>
            <p:nvPr/>
          </p:nvSpPr>
          <p:spPr>
            <a:xfrm rot="5400000">
              <a:off x="7807680" y="5954760"/>
              <a:ext cx="50400" cy="1767960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4" name="Rectangle 7"/>
            <p:cNvSpPr/>
            <p:nvPr/>
          </p:nvSpPr>
          <p:spPr>
            <a:xfrm rot="5400000">
              <a:off x="6071040" y="5954760"/>
              <a:ext cx="50400" cy="1767960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5" name="Rectangle 8"/>
            <p:cNvSpPr/>
            <p:nvPr/>
          </p:nvSpPr>
          <p:spPr>
            <a:xfrm rot="5400000">
              <a:off x="4334040" y="5954760"/>
              <a:ext cx="50400" cy="1767960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6" name="Rectangle 9"/>
            <p:cNvSpPr/>
            <p:nvPr/>
          </p:nvSpPr>
          <p:spPr>
            <a:xfrm rot="5400000">
              <a:off x="2596680" y="5954040"/>
              <a:ext cx="50400" cy="1769760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7" name="Rectangle 10"/>
            <p:cNvSpPr/>
            <p:nvPr/>
          </p:nvSpPr>
          <p:spPr>
            <a:xfrm rot="5400000">
              <a:off x="858960" y="5954760"/>
              <a:ext cx="50400" cy="1767960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</p:grpSp>
      <p:sp>
        <p:nvSpPr>
          <p:cNvPr id="8" name="TextBox 9"/>
          <p:cNvSpPr/>
          <p:nvPr/>
        </p:nvSpPr>
        <p:spPr>
          <a:xfrm>
            <a:off x="9802800" y="1744560"/>
            <a:ext cx="1650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7f7f7f"/>
                </a:solidFill>
                <a:latin typeface="Calibri"/>
                <a:ea typeface="MS PGothic"/>
              </a:rPr>
              <a:t>Better lives through livestock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" name="Picture 11" descr=""/>
          <p:cNvPicPr/>
          <p:nvPr/>
        </p:nvPicPr>
        <p:blipFill>
          <a:blip r:embed="rId2"/>
          <a:stretch/>
        </p:blipFill>
        <p:spPr>
          <a:xfrm flipH="1" rot="10800000">
            <a:off x="585720" y="3043440"/>
            <a:ext cx="10113480" cy="70920"/>
          </a:xfrm>
          <a:prstGeom prst="rect">
            <a:avLst/>
          </a:prstGeom>
          <a:ln w="0">
            <a:noFill/>
          </a:ln>
        </p:spPr>
      </p:pic>
      <p:pic>
        <p:nvPicPr>
          <p:cNvPr id="10" name="Picture 12" descr=""/>
          <p:cNvPicPr/>
          <p:nvPr/>
        </p:nvPicPr>
        <p:blipFill>
          <a:blip r:embed="rId3"/>
          <a:stretch/>
        </p:blipFill>
        <p:spPr>
          <a:xfrm>
            <a:off x="671400" y="5753160"/>
            <a:ext cx="1353600" cy="63000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85720" y="1630800"/>
            <a:ext cx="10687680" cy="138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712c3d"/>
                </a:solidFill>
                <a:latin typeface="Calibri"/>
                <a:ea typeface="MS PGothic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2" name="Picture 15" descr="Map&#10;&#10;Description automatically generated"/>
          <p:cNvPicPr/>
          <p:nvPr/>
        </p:nvPicPr>
        <p:blipFill>
          <a:blip r:embed="rId4"/>
          <a:stretch/>
        </p:blipFill>
        <p:spPr>
          <a:xfrm>
            <a:off x="9221760" y="-99360"/>
            <a:ext cx="2955960" cy="209124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"/>
          <p:cNvSpPr/>
          <p:nvPr/>
        </p:nvSpPr>
        <p:spPr>
          <a:xfrm>
            <a:off x="11391840" y="125280"/>
            <a:ext cx="64116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fld id="{A76F36CB-9F32-48A1-ABD0-6DD86B6C1F7C}" type="slidenum">
              <a:rPr b="0" lang="en-GB" sz="1200" spc="-1" strike="noStrike">
                <a:solidFill>
                  <a:srgbClr val="762123"/>
                </a:solidFill>
                <a:latin typeface="Calibri"/>
                <a:ea typeface="MS PGothic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" name="Group 2"/>
          <p:cNvGrpSpPr/>
          <p:nvPr/>
        </p:nvGrpSpPr>
        <p:grpSpPr>
          <a:xfrm>
            <a:off x="360" y="6813720"/>
            <a:ext cx="12191760" cy="50400"/>
            <a:chOff x="360" y="6813720"/>
            <a:chExt cx="12191760" cy="50400"/>
          </a:xfrm>
        </p:grpSpPr>
        <p:sp>
          <p:nvSpPr>
            <p:cNvPr id="16" name="Rectangle 7"/>
            <p:cNvSpPr/>
            <p:nvPr/>
          </p:nvSpPr>
          <p:spPr>
            <a:xfrm rot="5400000">
              <a:off x="9545760" y="5954760"/>
              <a:ext cx="50400" cy="1767960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7" name="Rectangle 9"/>
            <p:cNvSpPr/>
            <p:nvPr/>
          </p:nvSpPr>
          <p:spPr>
            <a:xfrm rot="5400000">
              <a:off x="11282760" y="5954760"/>
              <a:ext cx="50400" cy="1767960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8" name="Rectangle 10"/>
            <p:cNvSpPr/>
            <p:nvPr/>
          </p:nvSpPr>
          <p:spPr>
            <a:xfrm rot="5400000">
              <a:off x="7807680" y="5954760"/>
              <a:ext cx="50400" cy="1767960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9" name="Rectangle 13"/>
            <p:cNvSpPr/>
            <p:nvPr/>
          </p:nvSpPr>
          <p:spPr>
            <a:xfrm rot="5400000">
              <a:off x="6071040" y="5954760"/>
              <a:ext cx="50400" cy="1767960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20" name="Rectangle 14"/>
            <p:cNvSpPr/>
            <p:nvPr/>
          </p:nvSpPr>
          <p:spPr>
            <a:xfrm rot="5400000">
              <a:off x="4334040" y="5954760"/>
              <a:ext cx="50400" cy="1767960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21" name="Rectangle 15"/>
            <p:cNvSpPr/>
            <p:nvPr/>
          </p:nvSpPr>
          <p:spPr>
            <a:xfrm rot="5400000">
              <a:off x="2596680" y="5954040"/>
              <a:ext cx="50400" cy="1769760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22" name="Rectangle 16"/>
            <p:cNvSpPr/>
            <p:nvPr/>
          </p:nvSpPr>
          <p:spPr>
            <a:xfrm rot="5400000">
              <a:off x="858960" y="5954760"/>
              <a:ext cx="50400" cy="1767960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</p:grpSp>
      <p:pic>
        <p:nvPicPr>
          <p:cNvPr id="23" name="Picture 10" descr=""/>
          <p:cNvPicPr/>
          <p:nvPr/>
        </p:nvPicPr>
        <p:blipFill>
          <a:blip r:embed="rId2"/>
          <a:stretch/>
        </p:blipFill>
        <p:spPr>
          <a:xfrm>
            <a:off x="10793520" y="6105600"/>
            <a:ext cx="1160280" cy="539280"/>
          </a:xfrm>
          <a:prstGeom prst="rect">
            <a:avLst/>
          </a:prstGeom>
          <a:ln w="0">
            <a:noFill/>
          </a:ln>
        </p:spPr>
      </p:pic>
      <p:pic>
        <p:nvPicPr>
          <p:cNvPr id="24" name="Picture 11" descr=""/>
          <p:cNvPicPr/>
          <p:nvPr/>
        </p:nvPicPr>
        <p:blipFill>
          <a:blip r:embed="rId3"/>
          <a:stretch/>
        </p:blipFill>
        <p:spPr>
          <a:xfrm>
            <a:off x="3564000" y="1108080"/>
            <a:ext cx="1460160" cy="45720"/>
          </a:xfrm>
          <a:prstGeom prst="rect">
            <a:avLst/>
          </a:prstGeom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456000" y="427680"/>
            <a:ext cx="8102160" cy="67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682622"/>
                </a:solidFill>
                <a:latin typeface="Calibri"/>
                <a:ea typeface="MS PGothic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456000" y="1342800"/>
            <a:ext cx="8102160" cy="457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  <a:ea typeface="MS PGothic"/>
              </a:rPr>
              <a:t>Click to edit Master text styles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buClr>
                <a:srgbClr val="682622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  <a:ea typeface="MS PGothic"/>
              </a:rPr>
              <a:t>Second level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buClr>
                <a:srgbClr val="682622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  <a:ea typeface="MS PGothic"/>
              </a:rPr>
              <a:t>Third level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100000"/>
              </a:lnSpc>
              <a:buClr>
                <a:srgbClr val="682622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100000"/>
              </a:lnSpc>
              <a:buClr>
                <a:srgbClr val="682622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0" y="0"/>
            <a:ext cx="2949120" cy="406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  <a:ea typeface="MS PGothic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0" y="4111200"/>
            <a:ext cx="3457800" cy="270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  <a:ea typeface="MS PGothic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1"/>
          <p:cNvSpPr/>
          <p:nvPr/>
        </p:nvSpPr>
        <p:spPr>
          <a:xfrm>
            <a:off x="11391840" y="125280"/>
            <a:ext cx="64116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fld id="{AD01AECA-FD5B-4BB4-AFE2-F1B1B03AB727}" type="slidenum">
              <a:rPr b="0" lang="en-GB" sz="1200" spc="-1" strike="noStrike">
                <a:solidFill>
                  <a:srgbClr val="762123"/>
                </a:solidFill>
                <a:latin typeface="Calibri"/>
                <a:ea typeface="MS PGothic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0" name="Group 2"/>
          <p:cNvGrpSpPr/>
          <p:nvPr/>
        </p:nvGrpSpPr>
        <p:grpSpPr>
          <a:xfrm>
            <a:off x="360" y="6813720"/>
            <a:ext cx="12191760" cy="50400"/>
            <a:chOff x="360" y="6813720"/>
            <a:chExt cx="12191760" cy="50400"/>
          </a:xfrm>
        </p:grpSpPr>
        <p:sp>
          <p:nvSpPr>
            <p:cNvPr id="31" name="Rectangle 5"/>
            <p:cNvSpPr/>
            <p:nvPr/>
          </p:nvSpPr>
          <p:spPr>
            <a:xfrm rot="5400000">
              <a:off x="9545760" y="5954760"/>
              <a:ext cx="50400" cy="1767960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32" name="Rectangle 6"/>
            <p:cNvSpPr/>
            <p:nvPr/>
          </p:nvSpPr>
          <p:spPr>
            <a:xfrm rot="5400000">
              <a:off x="11282760" y="5954760"/>
              <a:ext cx="50400" cy="1767960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33" name="Rectangle 7"/>
            <p:cNvSpPr/>
            <p:nvPr/>
          </p:nvSpPr>
          <p:spPr>
            <a:xfrm rot="5400000">
              <a:off x="7807680" y="5954760"/>
              <a:ext cx="50400" cy="1767960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34" name="Rectangle 8"/>
            <p:cNvSpPr/>
            <p:nvPr/>
          </p:nvSpPr>
          <p:spPr>
            <a:xfrm rot="5400000">
              <a:off x="6071040" y="5954760"/>
              <a:ext cx="50400" cy="1767960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35" name="Rectangle 9"/>
            <p:cNvSpPr/>
            <p:nvPr/>
          </p:nvSpPr>
          <p:spPr>
            <a:xfrm rot="5400000">
              <a:off x="4334040" y="5954760"/>
              <a:ext cx="50400" cy="1767960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36" name="Rectangle 10"/>
            <p:cNvSpPr/>
            <p:nvPr/>
          </p:nvSpPr>
          <p:spPr>
            <a:xfrm rot="5400000">
              <a:off x="2596680" y="5954040"/>
              <a:ext cx="50400" cy="1769760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37" name="Rectangle 11"/>
            <p:cNvSpPr/>
            <p:nvPr/>
          </p:nvSpPr>
          <p:spPr>
            <a:xfrm rot="5400000">
              <a:off x="858960" y="5954760"/>
              <a:ext cx="50400" cy="1767960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</p:grpSp>
      <p:pic>
        <p:nvPicPr>
          <p:cNvPr id="38" name="Picture 10" descr=""/>
          <p:cNvPicPr/>
          <p:nvPr/>
        </p:nvPicPr>
        <p:blipFill>
          <a:blip r:embed="rId2"/>
          <a:stretch/>
        </p:blipFill>
        <p:spPr>
          <a:xfrm>
            <a:off x="10793520" y="6105600"/>
            <a:ext cx="1160280" cy="539280"/>
          </a:xfrm>
          <a:prstGeom prst="rect">
            <a:avLst/>
          </a:prstGeom>
          <a:ln w="0">
            <a:noFill/>
          </a:ln>
        </p:spPr>
      </p:pic>
      <p:pic>
        <p:nvPicPr>
          <p:cNvPr id="39" name="Picture 11" descr=""/>
          <p:cNvPicPr/>
          <p:nvPr/>
        </p:nvPicPr>
        <p:blipFill>
          <a:blip r:embed="rId3"/>
          <a:stretch/>
        </p:blipFill>
        <p:spPr>
          <a:xfrm>
            <a:off x="3311640" y="1450800"/>
            <a:ext cx="1460160" cy="4572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body"/>
          </p:nvPr>
        </p:nvSpPr>
        <p:spPr>
          <a:xfrm>
            <a:off x="3195720" y="1519560"/>
            <a:ext cx="8102160" cy="457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  <a:ea typeface="MS PGothic"/>
              </a:rPr>
              <a:t>Click to edit Master text styles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buClr>
                <a:srgbClr val="682622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  <a:ea typeface="MS PGothic"/>
              </a:rPr>
              <a:t>Second level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buClr>
                <a:srgbClr val="682622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  <a:ea typeface="MS PGothic"/>
              </a:rPr>
              <a:t>Third level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100000"/>
              </a:lnSpc>
              <a:buClr>
                <a:srgbClr val="682622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100000"/>
              </a:lnSpc>
              <a:buClr>
                <a:srgbClr val="682622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3195720" y="767880"/>
            <a:ext cx="8102160" cy="67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682622"/>
                </a:solidFill>
                <a:latin typeface="Calibri"/>
                <a:ea typeface="MS PGothic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42" name="Picture 2" descr="A picture containing text&#10;&#10;Description automatically generated"/>
          <p:cNvPicPr/>
          <p:nvPr/>
        </p:nvPicPr>
        <p:blipFill>
          <a:blip r:embed="rId4"/>
          <a:stretch/>
        </p:blipFill>
        <p:spPr>
          <a:xfrm>
            <a:off x="57600" y="703800"/>
            <a:ext cx="2697120" cy="56710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1"/>
          <p:cNvSpPr/>
          <p:nvPr/>
        </p:nvSpPr>
        <p:spPr>
          <a:xfrm>
            <a:off x="11391840" y="125280"/>
            <a:ext cx="64116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fld id="{8E5B0196-B1A0-44FA-8775-1D39DA0724AB}" type="slidenum">
              <a:rPr b="0" lang="en-GB" sz="1200" spc="-1" strike="noStrike">
                <a:solidFill>
                  <a:srgbClr val="762123"/>
                </a:solidFill>
                <a:latin typeface="Calibri"/>
                <a:ea typeface="MS PGothic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4" name="Group 2"/>
          <p:cNvGrpSpPr/>
          <p:nvPr/>
        </p:nvGrpSpPr>
        <p:grpSpPr>
          <a:xfrm>
            <a:off x="360" y="6813720"/>
            <a:ext cx="12191760" cy="50400"/>
            <a:chOff x="360" y="6813720"/>
            <a:chExt cx="12191760" cy="50400"/>
          </a:xfrm>
        </p:grpSpPr>
        <p:sp>
          <p:nvSpPr>
            <p:cNvPr id="45" name="Rectangle 5"/>
            <p:cNvSpPr/>
            <p:nvPr/>
          </p:nvSpPr>
          <p:spPr>
            <a:xfrm rot="5400000">
              <a:off x="9545760" y="5954760"/>
              <a:ext cx="50400" cy="1767960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46" name="Rectangle 6"/>
            <p:cNvSpPr/>
            <p:nvPr/>
          </p:nvSpPr>
          <p:spPr>
            <a:xfrm rot="5400000">
              <a:off x="11282760" y="5954760"/>
              <a:ext cx="50400" cy="1767960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47" name="Rectangle 7"/>
            <p:cNvSpPr/>
            <p:nvPr/>
          </p:nvSpPr>
          <p:spPr>
            <a:xfrm rot="5400000">
              <a:off x="7807680" y="5954760"/>
              <a:ext cx="50400" cy="1767960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48" name="Rectangle 8"/>
            <p:cNvSpPr/>
            <p:nvPr/>
          </p:nvSpPr>
          <p:spPr>
            <a:xfrm rot="5400000">
              <a:off x="6071040" y="5954760"/>
              <a:ext cx="50400" cy="1767960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49" name="Rectangle 9"/>
            <p:cNvSpPr/>
            <p:nvPr/>
          </p:nvSpPr>
          <p:spPr>
            <a:xfrm rot="5400000">
              <a:off x="4334040" y="5954760"/>
              <a:ext cx="50400" cy="1767960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50" name="Rectangle 10"/>
            <p:cNvSpPr/>
            <p:nvPr/>
          </p:nvSpPr>
          <p:spPr>
            <a:xfrm rot="5400000">
              <a:off x="2596680" y="5954040"/>
              <a:ext cx="50400" cy="1769760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51" name="Rectangle 11"/>
            <p:cNvSpPr/>
            <p:nvPr/>
          </p:nvSpPr>
          <p:spPr>
            <a:xfrm rot="5400000">
              <a:off x="858960" y="5954760"/>
              <a:ext cx="50400" cy="1767960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</p:grpSp>
      <p:pic>
        <p:nvPicPr>
          <p:cNvPr id="52" name="Picture 10" descr=""/>
          <p:cNvPicPr/>
          <p:nvPr/>
        </p:nvPicPr>
        <p:blipFill>
          <a:blip r:embed="rId2"/>
          <a:stretch/>
        </p:blipFill>
        <p:spPr>
          <a:xfrm>
            <a:off x="10793520" y="6105600"/>
            <a:ext cx="1160280" cy="539280"/>
          </a:xfrm>
          <a:prstGeom prst="rect">
            <a:avLst/>
          </a:prstGeom>
          <a:ln w="0">
            <a:noFill/>
          </a:ln>
        </p:spPr>
      </p:pic>
      <p:pic>
        <p:nvPicPr>
          <p:cNvPr id="53" name="Picture 11" descr=""/>
          <p:cNvPicPr/>
          <p:nvPr/>
        </p:nvPicPr>
        <p:blipFill>
          <a:blip r:embed="rId3"/>
          <a:stretch/>
        </p:blipFill>
        <p:spPr>
          <a:xfrm>
            <a:off x="808200" y="1460520"/>
            <a:ext cx="1460160" cy="43920"/>
          </a:xfrm>
          <a:prstGeom prst="rect">
            <a:avLst/>
          </a:prstGeom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body"/>
          </p:nvPr>
        </p:nvSpPr>
        <p:spPr>
          <a:xfrm>
            <a:off x="682920" y="1519560"/>
            <a:ext cx="8102160" cy="457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  <a:ea typeface="MS PGothic"/>
              </a:rPr>
              <a:t>Click to edit Master text styles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buClr>
                <a:srgbClr val="682622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  <a:ea typeface="MS PGothic"/>
              </a:rPr>
              <a:t>Second level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buClr>
                <a:srgbClr val="682622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  <a:ea typeface="MS PGothic"/>
              </a:rPr>
              <a:t>Third level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100000"/>
              </a:lnSpc>
              <a:buClr>
                <a:srgbClr val="682622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100000"/>
              </a:lnSpc>
              <a:buClr>
                <a:srgbClr val="682622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title"/>
          </p:nvPr>
        </p:nvSpPr>
        <p:spPr>
          <a:xfrm>
            <a:off x="682920" y="767880"/>
            <a:ext cx="8102160" cy="67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712c3d"/>
                </a:solidFill>
                <a:latin typeface="Calibri"/>
                <a:ea typeface="MS PGothic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56" name="Picture 2" descr="A picture containing text&#10;&#10;Description automatically generated"/>
          <p:cNvPicPr/>
          <p:nvPr/>
        </p:nvPicPr>
        <p:blipFill>
          <a:blip r:embed="rId4"/>
          <a:stretch/>
        </p:blipFill>
        <p:spPr>
          <a:xfrm>
            <a:off x="9353880" y="137160"/>
            <a:ext cx="2679120" cy="56332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1"/>
          <p:cNvSpPr/>
          <p:nvPr/>
        </p:nvSpPr>
        <p:spPr>
          <a:xfrm>
            <a:off x="11391840" y="125280"/>
            <a:ext cx="64116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fld id="{89598DA1-6B53-40D2-8D90-CC9FCC5E8C71}" type="slidenum">
              <a:rPr b="0" lang="en-GB" sz="1200" spc="-1" strike="noStrike">
                <a:solidFill>
                  <a:srgbClr val="762123"/>
                </a:solidFill>
                <a:latin typeface="Calibri"/>
                <a:ea typeface="MS PGothic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8" name="Group 2"/>
          <p:cNvGrpSpPr/>
          <p:nvPr/>
        </p:nvGrpSpPr>
        <p:grpSpPr>
          <a:xfrm>
            <a:off x="360" y="6813720"/>
            <a:ext cx="12191760" cy="50400"/>
            <a:chOff x="360" y="6813720"/>
            <a:chExt cx="12191760" cy="50400"/>
          </a:xfrm>
        </p:grpSpPr>
        <p:sp>
          <p:nvSpPr>
            <p:cNvPr id="59" name="Rectangle 7"/>
            <p:cNvSpPr/>
            <p:nvPr/>
          </p:nvSpPr>
          <p:spPr>
            <a:xfrm rot="5400000">
              <a:off x="9545760" y="5954760"/>
              <a:ext cx="50400" cy="1767960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60" name="Rectangle 8"/>
            <p:cNvSpPr/>
            <p:nvPr/>
          </p:nvSpPr>
          <p:spPr>
            <a:xfrm rot="5400000">
              <a:off x="11282760" y="5954760"/>
              <a:ext cx="50400" cy="1767960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61" name="Rectangle 10"/>
            <p:cNvSpPr/>
            <p:nvPr/>
          </p:nvSpPr>
          <p:spPr>
            <a:xfrm rot="5400000">
              <a:off x="7807680" y="5954760"/>
              <a:ext cx="50400" cy="1767960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62" name="Rectangle 12"/>
            <p:cNvSpPr/>
            <p:nvPr/>
          </p:nvSpPr>
          <p:spPr>
            <a:xfrm rot="5400000">
              <a:off x="6071040" y="5954760"/>
              <a:ext cx="50400" cy="1767960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63" name="Rectangle 13"/>
            <p:cNvSpPr/>
            <p:nvPr/>
          </p:nvSpPr>
          <p:spPr>
            <a:xfrm rot="5400000">
              <a:off x="4334040" y="5954760"/>
              <a:ext cx="50400" cy="1767960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64" name="Rectangle 14"/>
            <p:cNvSpPr/>
            <p:nvPr/>
          </p:nvSpPr>
          <p:spPr>
            <a:xfrm rot="5400000">
              <a:off x="2596680" y="5954040"/>
              <a:ext cx="50400" cy="1769760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65" name="Rectangle 15"/>
            <p:cNvSpPr/>
            <p:nvPr/>
          </p:nvSpPr>
          <p:spPr>
            <a:xfrm rot="5400000">
              <a:off x="858960" y="5954760"/>
              <a:ext cx="50400" cy="1767960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</p:grpSp>
      <p:pic>
        <p:nvPicPr>
          <p:cNvPr id="66" name="Picture 10" descr=""/>
          <p:cNvPicPr/>
          <p:nvPr/>
        </p:nvPicPr>
        <p:blipFill>
          <a:blip r:embed="rId2"/>
          <a:stretch/>
        </p:blipFill>
        <p:spPr>
          <a:xfrm>
            <a:off x="307800" y="6105600"/>
            <a:ext cx="1160280" cy="539280"/>
          </a:xfrm>
          <a:prstGeom prst="rect">
            <a:avLst/>
          </a:prstGeom>
          <a:ln w="0">
            <a:noFill/>
          </a:ln>
        </p:spPr>
      </p:pic>
      <p:pic>
        <p:nvPicPr>
          <p:cNvPr id="67" name="Picture 11" descr=""/>
          <p:cNvPicPr/>
          <p:nvPr/>
        </p:nvPicPr>
        <p:blipFill>
          <a:blip r:embed="rId3"/>
          <a:stretch/>
        </p:blipFill>
        <p:spPr>
          <a:xfrm>
            <a:off x="609480" y="1116000"/>
            <a:ext cx="1460160" cy="45720"/>
          </a:xfrm>
          <a:prstGeom prst="rect">
            <a:avLst/>
          </a:prstGeom>
          <a:ln w="0">
            <a:noFill/>
          </a:ln>
        </p:spPr>
      </p:pic>
      <p:sp>
        <p:nvSpPr>
          <p:cNvPr id="68" name="PlaceHolder 1"/>
          <p:cNvSpPr>
            <a:spLocks noGrp="1"/>
          </p:cNvSpPr>
          <p:nvPr>
            <p:ph type="body"/>
          </p:nvPr>
        </p:nvSpPr>
        <p:spPr>
          <a:xfrm>
            <a:off x="609480" y="1342800"/>
            <a:ext cx="8102160" cy="457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  <a:ea typeface="MS PGothic"/>
              </a:rPr>
              <a:t>Click to edit Master text styles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buClr>
                <a:srgbClr val="682622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  <a:ea typeface="MS PGothic"/>
              </a:rPr>
              <a:t>Second level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buClr>
                <a:srgbClr val="682622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  <a:ea typeface="MS PGothic"/>
              </a:rPr>
              <a:t>Third level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100000"/>
              </a:lnSpc>
              <a:buClr>
                <a:srgbClr val="682622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100000"/>
              </a:lnSpc>
              <a:buClr>
                <a:srgbClr val="682622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9245520" y="6480"/>
            <a:ext cx="2945880" cy="4443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  <a:ea typeface="MS PGothic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9245520" y="4515840"/>
            <a:ext cx="2945880" cy="229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  <a:ea typeface="MS PGothic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title"/>
          </p:nvPr>
        </p:nvSpPr>
        <p:spPr>
          <a:xfrm>
            <a:off x="600120" y="427680"/>
            <a:ext cx="8102160" cy="67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712c3d"/>
                </a:solidFill>
                <a:latin typeface="Calibri"/>
                <a:ea typeface="MS PGothic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11391840" y="125280"/>
            <a:ext cx="64116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fld id="{3C6F9CDA-7455-43B0-A69D-A7626820384B}" type="slidenum">
              <a:rPr b="0" lang="en-GB" sz="1200" spc="-1" strike="noStrike">
                <a:solidFill>
                  <a:srgbClr val="762123"/>
                </a:solidFill>
                <a:latin typeface="Calibri"/>
                <a:ea typeface="MS PGothic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3" name="Group 2"/>
          <p:cNvGrpSpPr/>
          <p:nvPr/>
        </p:nvGrpSpPr>
        <p:grpSpPr>
          <a:xfrm>
            <a:off x="360" y="6813720"/>
            <a:ext cx="12191760" cy="50400"/>
            <a:chOff x="360" y="6813720"/>
            <a:chExt cx="12191760" cy="50400"/>
          </a:xfrm>
        </p:grpSpPr>
        <p:sp>
          <p:nvSpPr>
            <p:cNvPr id="74" name="Rectangle 3"/>
            <p:cNvSpPr/>
            <p:nvPr/>
          </p:nvSpPr>
          <p:spPr>
            <a:xfrm rot="5400000">
              <a:off x="9545760" y="5954760"/>
              <a:ext cx="50400" cy="1767960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75" name="Rectangle 4"/>
            <p:cNvSpPr/>
            <p:nvPr/>
          </p:nvSpPr>
          <p:spPr>
            <a:xfrm rot="5400000">
              <a:off x="11282760" y="5954760"/>
              <a:ext cx="50400" cy="1767960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76" name="Rectangle 5"/>
            <p:cNvSpPr/>
            <p:nvPr/>
          </p:nvSpPr>
          <p:spPr>
            <a:xfrm rot="5400000">
              <a:off x="7807680" y="5954760"/>
              <a:ext cx="50400" cy="1767960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77" name="Rectangle 6"/>
            <p:cNvSpPr/>
            <p:nvPr/>
          </p:nvSpPr>
          <p:spPr>
            <a:xfrm rot="5400000">
              <a:off x="6071040" y="5954760"/>
              <a:ext cx="50400" cy="1767960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78" name="Rectangle 7"/>
            <p:cNvSpPr/>
            <p:nvPr/>
          </p:nvSpPr>
          <p:spPr>
            <a:xfrm rot="5400000">
              <a:off x="4334040" y="5954760"/>
              <a:ext cx="50400" cy="1767960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79" name="Rectangle 8"/>
            <p:cNvSpPr/>
            <p:nvPr/>
          </p:nvSpPr>
          <p:spPr>
            <a:xfrm rot="5400000">
              <a:off x="2596680" y="5954040"/>
              <a:ext cx="50400" cy="1769760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80" name="Rectangle 9"/>
            <p:cNvSpPr/>
            <p:nvPr/>
          </p:nvSpPr>
          <p:spPr>
            <a:xfrm rot="5400000">
              <a:off x="858960" y="5954760"/>
              <a:ext cx="50400" cy="1767960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</p:grpSp>
      <p:pic>
        <p:nvPicPr>
          <p:cNvPr id="81" name="Picture 10" descr=""/>
          <p:cNvPicPr/>
          <p:nvPr/>
        </p:nvPicPr>
        <p:blipFill>
          <a:blip r:embed="rId2"/>
          <a:stretch/>
        </p:blipFill>
        <p:spPr>
          <a:xfrm>
            <a:off x="10793520" y="6105600"/>
            <a:ext cx="1160280" cy="539280"/>
          </a:xfrm>
          <a:prstGeom prst="rect">
            <a:avLst/>
          </a:prstGeom>
          <a:ln w="0">
            <a:noFill/>
          </a:ln>
        </p:spPr>
      </p:pic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11391840" y="125280"/>
            <a:ext cx="64116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fld id="{AB935547-8CD6-4AA0-8550-47DE60C7A67C}" type="slidenum">
              <a:rPr b="0" lang="en-GB" sz="1200" spc="-1" strike="noStrike">
                <a:solidFill>
                  <a:srgbClr val="762123"/>
                </a:solidFill>
                <a:latin typeface="Calibri"/>
                <a:ea typeface="MS PGothic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Picture 2" descr=""/>
          <p:cNvPicPr/>
          <p:nvPr/>
        </p:nvPicPr>
        <p:blipFill>
          <a:blip r:embed="rId2"/>
          <a:stretch/>
        </p:blipFill>
        <p:spPr>
          <a:xfrm>
            <a:off x="10793520" y="6105600"/>
            <a:ext cx="1160280" cy="5392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11391840" y="125280"/>
            <a:ext cx="64116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fld id="{C44D1685-0A08-463F-B30A-DEA49A2DFCAA}" type="slidenum">
              <a:rPr b="0" lang="en-GB" sz="1200" spc="-1" strike="noStrike">
                <a:solidFill>
                  <a:srgbClr val="762123"/>
                </a:solidFill>
                <a:latin typeface="Calibri"/>
                <a:ea typeface="MS PGothic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Picture 2" descr=""/>
          <p:cNvPicPr/>
          <p:nvPr/>
        </p:nvPicPr>
        <p:blipFill>
          <a:blip r:embed="rId2"/>
          <a:stretch/>
        </p:blipFill>
        <p:spPr>
          <a:xfrm>
            <a:off x="307800" y="6105600"/>
            <a:ext cx="1160280" cy="5392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1" descr=""/>
          <p:cNvPicPr/>
          <p:nvPr/>
        </p:nvPicPr>
        <p:blipFill>
          <a:blip r:embed="rId2"/>
          <a:stretch/>
        </p:blipFill>
        <p:spPr>
          <a:xfrm>
            <a:off x="399960" y="5186520"/>
            <a:ext cx="11377080" cy="1541160"/>
          </a:xfrm>
          <a:prstGeom prst="rect">
            <a:avLst/>
          </a:prstGeom>
          <a:ln w="0">
            <a:noFill/>
          </a:ln>
        </p:spPr>
      </p:pic>
      <p:sp>
        <p:nvSpPr>
          <p:cNvPr id="89" name="PlaceHolder 1"/>
          <p:cNvSpPr>
            <a:spLocks noGrp="1"/>
          </p:cNvSpPr>
          <p:nvPr>
            <p:ph type="body"/>
          </p:nvPr>
        </p:nvSpPr>
        <p:spPr>
          <a:xfrm>
            <a:off x="400680" y="322200"/>
            <a:ext cx="11376360" cy="478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  <a:ea typeface="MS PGothic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1" descr=""/>
          <p:cNvPicPr/>
          <p:nvPr/>
        </p:nvPicPr>
        <p:blipFill>
          <a:blip r:embed="rId2"/>
          <a:stretch/>
        </p:blipFill>
        <p:spPr>
          <a:xfrm>
            <a:off x="-317520" y="1717560"/>
            <a:ext cx="12888720" cy="2995200"/>
          </a:xfrm>
          <a:prstGeom prst="rect">
            <a:avLst/>
          </a:prstGeom>
          <a:ln w="0">
            <a:noFill/>
          </a:ln>
        </p:spPr>
      </p:pic>
      <p:pic>
        <p:nvPicPr>
          <p:cNvPr id="94" name="Picture 2" descr=""/>
          <p:cNvPicPr/>
          <p:nvPr/>
        </p:nvPicPr>
        <p:blipFill>
          <a:blip r:embed="rId3"/>
          <a:stretch/>
        </p:blipFill>
        <p:spPr>
          <a:xfrm>
            <a:off x="10793520" y="6105600"/>
            <a:ext cx="1160280" cy="539280"/>
          </a:xfrm>
          <a:prstGeom prst="rect">
            <a:avLst/>
          </a:prstGeom>
          <a:ln w="0">
            <a:noFill/>
          </a:ln>
        </p:spPr>
      </p:pic>
      <p:sp>
        <p:nvSpPr>
          <p:cNvPr id="95" name="PlaceHolder 1"/>
          <p:cNvSpPr>
            <a:spLocks noGrp="1"/>
          </p:cNvSpPr>
          <p:nvPr>
            <p:ph type="body"/>
          </p:nvPr>
        </p:nvSpPr>
        <p:spPr>
          <a:xfrm>
            <a:off x="1213920" y="2911320"/>
            <a:ext cx="9825840" cy="60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6666"/>
          </a:bodyPr>
          <a:p>
            <a:pPr indent="0" algn="ctr">
              <a:lnSpc>
                <a:spcPct val="100000"/>
              </a:lnSpc>
              <a:spcBef>
                <a:spcPts val="720"/>
              </a:spcBef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Calibri Light"/>
                <a:ea typeface="MS PGothic"/>
              </a:rPr>
              <a:t>Click to edit Master text styles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10236240" y="1246320"/>
            <a:ext cx="1650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7f7f7f"/>
                </a:solidFill>
                <a:latin typeface="Calibri"/>
                <a:ea typeface="MS PGothic"/>
              </a:rPr>
              <a:t>Better lives through livestock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8" name="Group 2"/>
          <p:cNvGrpSpPr/>
          <p:nvPr/>
        </p:nvGrpSpPr>
        <p:grpSpPr>
          <a:xfrm>
            <a:off x="360" y="6813720"/>
            <a:ext cx="12191760" cy="50400"/>
            <a:chOff x="360" y="6813720"/>
            <a:chExt cx="12191760" cy="50400"/>
          </a:xfrm>
        </p:grpSpPr>
        <p:sp>
          <p:nvSpPr>
            <p:cNvPr id="99" name="Rectangle 5"/>
            <p:cNvSpPr/>
            <p:nvPr/>
          </p:nvSpPr>
          <p:spPr>
            <a:xfrm rot="5400000">
              <a:off x="9545760" y="5954760"/>
              <a:ext cx="50400" cy="1767960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00" name="Rectangle 6"/>
            <p:cNvSpPr/>
            <p:nvPr/>
          </p:nvSpPr>
          <p:spPr>
            <a:xfrm rot="5400000">
              <a:off x="11282760" y="5954760"/>
              <a:ext cx="50400" cy="1767960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01" name="Rectangle 7"/>
            <p:cNvSpPr/>
            <p:nvPr/>
          </p:nvSpPr>
          <p:spPr>
            <a:xfrm rot="5400000">
              <a:off x="7807680" y="5954760"/>
              <a:ext cx="50400" cy="1767960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02" name="Rectangle 8"/>
            <p:cNvSpPr/>
            <p:nvPr/>
          </p:nvSpPr>
          <p:spPr>
            <a:xfrm rot="5400000">
              <a:off x="6071040" y="5954760"/>
              <a:ext cx="50400" cy="1767960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03" name="Rectangle 9"/>
            <p:cNvSpPr/>
            <p:nvPr/>
          </p:nvSpPr>
          <p:spPr>
            <a:xfrm rot="5400000">
              <a:off x="4334040" y="5954760"/>
              <a:ext cx="50400" cy="1767960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04" name="Rectangle 10"/>
            <p:cNvSpPr/>
            <p:nvPr/>
          </p:nvSpPr>
          <p:spPr>
            <a:xfrm rot="5400000">
              <a:off x="2596680" y="5954040"/>
              <a:ext cx="50400" cy="1769760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05" name="Rectangle 11"/>
            <p:cNvSpPr/>
            <p:nvPr/>
          </p:nvSpPr>
          <p:spPr>
            <a:xfrm rot="5400000">
              <a:off x="858960" y="5954760"/>
              <a:ext cx="50400" cy="1767960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</p:grpSp>
      <p:pic>
        <p:nvPicPr>
          <p:cNvPr id="106" name="Picture 10" descr=""/>
          <p:cNvPicPr/>
          <p:nvPr/>
        </p:nvPicPr>
        <p:blipFill>
          <a:blip r:embed="rId2"/>
          <a:stretch/>
        </p:blipFill>
        <p:spPr>
          <a:xfrm flipH="1" rot="10800000">
            <a:off x="585720" y="3043440"/>
            <a:ext cx="10113480" cy="70920"/>
          </a:xfrm>
          <a:prstGeom prst="rect">
            <a:avLst/>
          </a:prstGeom>
          <a:ln w="0">
            <a:noFill/>
          </a:ln>
        </p:spPr>
      </p:pic>
      <p:pic>
        <p:nvPicPr>
          <p:cNvPr id="107" name="Picture 11" descr=""/>
          <p:cNvPicPr/>
          <p:nvPr/>
        </p:nvPicPr>
        <p:blipFill>
          <a:blip r:embed="rId3"/>
          <a:stretch/>
        </p:blipFill>
        <p:spPr>
          <a:xfrm>
            <a:off x="671400" y="5753160"/>
            <a:ext cx="1353600" cy="630000"/>
          </a:xfrm>
          <a:prstGeom prst="rect">
            <a:avLst/>
          </a:prstGeom>
          <a:ln w="0">
            <a:noFill/>
          </a:ln>
        </p:spPr>
      </p:pic>
      <p:pic>
        <p:nvPicPr>
          <p:cNvPr id="108" name="Picture 12" descr=""/>
          <p:cNvPicPr/>
          <p:nvPr/>
        </p:nvPicPr>
        <p:blipFill>
          <a:blip r:embed="rId4"/>
          <a:stretch/>
        </p:blipFill>
        <p:spPr>
          <a:xfrm>
            <a:off x="10180800" y="250920"/>
            <a:ext cx="1765080" cy="896400"/>
          </a:xfrm>
          <a:prstGeom prst="rect">
            <a:avLst/>
          </a:prstGeom>
          <a:ln w="0">
            <a:noFill/>
          </a:ln>
        </p:spPr>
      </p:pic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85720" y="1630800"/>
            <a:ext cx="10687680" cy="138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712c3d"/>
                </a:solidFill>
                <a:latin typeface="Calibri"/>
                <a:ea typeface="MS PGothic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5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body"/>
          </p:nvPr>
        </p:nvSpPr>
        <p:spPr>
          <a:xfrm>
            <a:off x="1981080" y="2209680"/>
            <a:ext cx="8229240" cy="312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682622"/>
                </a:solidFill>
                <a:latin typeface="Calibri"/>
                <a:ea typeface="MS PGothic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10236240" y="1246320"/>
            <a:ext cx="1650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7f7f7f"/>
                </a:solidFill>
                <a:latin typeface="Calibri"/>
                <a:ea typeface="MS PGothic"/>
              </a:rPr>
              <a:t>Better lives through livestock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3" name="Group 2"/>
          <p:cNvGrpSpPr/>
          <p:nvPr/>
        </p:nvGrpSpPr>
        <p:grpSpPr>
          <a:xfrm>
            <a:off x="360" y="6813720"/>
            <a:ext cx="12191760" cy="50400"/>
            <a:chOff x="360" y="6813720"/>
            <a:chExt cx="12191760" cy="50400"/>
          </a:xfrm>
        </p:grpSpPr>
        <p:sp>
          <p:nvSpPr>
            <p:cNvPr id="114" name="Rectangle 5"/>
            <p:cNvSpPr/>
            <p:nvPr/>
          </p:nvSpPr>
          <p:spPr>
            <a:xfrm rot="5400000">
              <a:off x="9545760" y="5954760"/>
              <a:ext cx="50400" cy="1767960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15" name="Rectangle 6"/>
            <p:cNvSpPr/>
            <p:nvPr/>
          </p:nvSpPr>
          <p:spPr>
            <a:xfrm rot="5400000">
              <a:off x="11282760" y="5954760"/>
              <a:ext cx="50400" cy="1767960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16" name="Rectangle 7"/>
            <p:cNvSpPr/>
            <p:nvPr/>
          </p:nvSpPr>
          <p:spPr>
            <a:xfrm rot="5400000">
              <a:off x="7807680" y="5954760"/>
              <a:ext cx="50400" cy="1767960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17" name="Rectangle 8"/>
            <p:cNvSpPr/>
            <p:nvPr/>
          </p:nvSpPr>
          <p:spPr>
            <a:xfrm rot="5400000">
              <a:off x="6071040" y="5954760"/>
              <a:ext cx="50400" cy="1767960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18" name="Rectangle 9"/>
            <p:cNvSpPr/>
            <p:nvPr/>
          </p:nvSpPr>
          <p:spPr>
            <a:xfrm rot="5400000">
              <a:off x="4334040" y="5954760"/>
              <a:ext cx="50400" cy="1767960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19" name="Rectangle 10"/>
            <p:cNvSpPr/>
            <p:nvPr/>
          </p:nvSpPr>
          <p:spPr>
            <a:xfrm rot="5400000">
              <a:off x="2596680" y="5954040"/>
              <a:ext cx="50400" cy="1769760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20" name="Rectangle 11"/>
            <p:cNvSpPr/>
            <p:nvPr/>
          </p:nvSpPr>
          <p:spPr>
            <a:xfrm rot="5400000">
              <a:off x="858960" y="5954760"/>
              <a:ext cx="50400" cy="1767960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</p:grpSp>
      <p:pic>
        <p:nvPicPr>
          <p:cNvPr id="121" name="Picture 10" descr=""/>
          <p:cNvPicPr/>
          <p:nvPr/>
        </p:nvPicPr>
        <p:blipFill>
          <a:blip r:embed="rId2"/>
          <a:stretch/>
        </p:blipFill>
        <p:spPr>
          <a:xfrm flipH="1" rot="10800000">
            <a:off x="585720" y="3043440"/>
            <a:ext cx="10113480" cy="70920"/>
          </a:xfrm>
          <a:prstGeom prst="rect">
            <a:avLst/>
          </a:prstGeom>
          <a:ln w="0">
            <a:noFill/>
          </a:ln>
        </p:spPr>
      </p:pic>
      <p:pic>
        <p:nvPicPr>
          <p:cNvPr id="122" name="Picture 11" descr=""/>
          <p:cNvPicPr/>
          <p:nvPr/>
        </p:nvPicPr>
        <p:blipFill>
          <a:blip r:embed="rId3"/>
          <a:stretch/>
        </p:blipFill>
        <p:spPr>
          <a:xfrm>
            <a:off x="671400" y="5753160"/>
            <a:ext cx="1353600" cy="630000"/>
          </a:xfrm>
          <a:prstGeom prst="rect">
            <a:avLst/>
          </a:prstGeom>
          <a:ln w="0">
            <a:noFill/>
          </a:ln>
        </p:spPr>
      </p:pic>
      <p:pic>
        <p:nvPicPr>
          <p:cNvPr id="123" name="Picture 12" descr=""/>
          <p:cNvPicPr/>
          <p:nvPr/>
        </p:nvPicPr>
        <p:blipFill>
          <a:blip r:embed="rId4"/>
          <a:stretch/>
        </p:blipFill>
        <p:spPr>
          <a:xfrm>
            <a:off x="10545840" y="235080"/>
            <a:ext cx="775800" cy="990360"/>
          </a:xfrm>
          <a:prstGeom prst="rect">
            <a:avLst/>
          </a:prstGeom>
          <a:ln w="0">
            <a:noFill/>
          </a:ln>
        </p:spPr>
      </p:pic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85720" y="1630800"/>
            <a:ext cx="10687680" cy="138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712c3d"/>
                </a:solidFill>
                <a:latin typeface="Calibri"/>
                <a:ea typeface="MS PGothic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5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/>
          <p:nvPr/>
        </p:nvSpPr>
        <p:spPr>
          <a:xfrm>
            <a:off x="10236240" y="1246320"/>
            <a:ext cx="1650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7f7f7f"/>
                </a:solidFill>
                <a:latin typeface="Calibri"/>
                <a:ea typeface="MS PGothic"/>
              </a:rPr>
              <a:t>Better lives through livestock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6" name="Group 2"/>
          <p:cNvGrpSpPr/>
          <p:nvPr/>
        </p:nvGrpSpPr>
        <p:grpSpPr>
          <a:xfrm>
            <a:off x="360" y="6813720"/>
            <a:ext cx="12191760" cy="50400"/>
            <a:chOff x="360" y="6813720"/>
            <a:chExt cx="12191760" cy="50400"/>
          </a:xfrm>
        </p:grpSpPr>
        <p:sp>
          <p:nvSpPr>
            <p:cNvPr id="127" name="Rectangle 5"/>
            <p:cNvSpPr/>
            <p:nvPr/>
          </p:nvSpPr>
          <p:spPr>
            <a:xfrm rot="5400000">
              <a:off x="9545760" y="5954760"/>
              <a:ext cx="50400" cy="1767960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28" name="Rectangle 6"/>
            <p:cNvSpPr/>
            <p:nvPr/>
          </p:nvSpPr>
          <p:spPr>
            <a:xfrm rot="5400000">
              <a:off x="11282760" y="5954760"/>
              <a:ext cx="50400" cy="1767960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29" name="Rectangle 7"/>
            <p:cNvSpPr/>
            <p:nvPr/>
          </p:nvSpPr>
          <p:spPr>
            <a:xfrm rot="5400000">
              <a:off x="7807680" y="5954760"/>
              <a:ext cx="50400" cy="1767960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30" name="Rectangle 8"/>
            <p:cNvSpPr/>
            <p:nvPr/>
          </p:nvSpPr>
          <p:spPr>
            <a:xfrm rot="5400000">
              <a:off x="6071040" y="5954760"/>
              <a:ext cx="50400" cy="1767960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31" name="Rectangle 9"/>
            <p:cNvSpPr/>
            <p:nvPr/>
          </p:nvSpPr>
          <p:spPr>
            <a:xfrm rot="5400000">
              <a:off x="4334040" y="5954760"/>
              <a:ext cx="50400" cy="1767960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32" name="Rectangle 10"/>
            <p:cNvSpPr/>
            <p:nvPr/>
          </p:nvSpPr>
          <p:spPr>
            <a:xfrm rot="5400000">
              <a:off x="2596680" y="5954040"/>
              <a:ext cx="50400" cy="1769760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33" name="Rectangle 11"/>
            <p:cNvSpPr/>
            <p:nvPr/>
          </p:nvSpPr>
          <p:spPr>
            <a:xfrm rot="5400000">
              <a:off x="858960" y="5954760"/>
              <a:ext cx="50400" cy="1767960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</p:grpSp>
      <p:pic>
        <p:nvPicPr>
          <p:cNvPr id="134" name="Picture 10" descr=""/>
          <p:cNvPicPr/>
          <p:nvPr/>
        </p:nvPicPr>
        <p:blipFill>
          <a:blip r:embed="rId2"/>
          <a:stretch/>
        </p:blipFill>
        <p:spPr>
          <a:xfrm flipH="1" rot="10800000">
            <a:off x="585720" y="3043440"/>
            <a:ext cx="10113480" cy="70920"/>
          </a:xfrm>
          <a:prstGeom prst="rect">
            <a:avLst/>
          </a:prstGeom>
          <a:ln w="0">
            <a:noFill/>
          </a:ln>
        </p:spPr>
      </p:pic>
      <p:pic>
        <p:nvPicPr>
          <p:cNvPr id="135" name="Picture 11" descr=""/>
          <p:cNvPicPr/>
          <p:nvPr/>
        </p:nvPicPr>
        <p:blipFill>
          <a:blip r:embed="rId3"/>
          <a:stretch/>
        </p:blipFill>
        <p:spPr>
          <a:xfrm>
            <a:off x="671400" y="5753160"/>
            <a:ext cx="1353600" cy="630000"/>
          </a:xfrm>
          <a:prstGeom prst="rect">
            <a:avLst/>
          </a:prstGeom>
          <a:ln w="0">
            <a:noFill/>
          </a:ln>
        </p:spPr>
      </p:pic>
      <p:pic>
        <p:nvPicPr>
          <p:cNvPr id="136" name="Picture 12" descr=""/>
          <p:cNvPicPr/>
          <p:nvPr/>
        </p:nvPicPr>
        <p:blipFill>
          <a:blip r:embed="rId4"/>
          <a:stretch/>
        </p:blipFill>
        <p:spPr>
          <a:xfrm>
            <a:off x="10549080" y="436680"/>
            <a:ext cx="1025280" cy="763200"/>
          </a:xfrm>
          <a:prstGeom prst="rect">
            <a:avLst/>
          </a:prstGeom>
          <a:ln w="0">
            <a:noFill/>
          </a:ln>
        </p:spPr>
      </p:pic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85720" y="1630800"/>
            <a:ext cx="10687680" cy="138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69303d"/>
                </a:solidFill>
                <a:latin typeface="Calibri"/>
                <a:ea typeface="MS PGothic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5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/>
          <p:nvPr/>
        </p:nvSpPr>
        <p:spPr>
          <a:xfrm>
            <a:off x="10236240" y="1246320"/>
            <a:ext cx="1650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7f7f7f"/>
                </a:solidFill>
                <a:latin typeface="Calibri"/>
                <a:ea typeface="MS PGothic"/>
              </a:rPr>
              <a:t>Better lives through livestock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9" name="Group 2"/>
          <p:cNvGrpSpPr/>
          <p:nvPr/>
        </p:nvGrpSpPr>
        <p:grpSpPr>
          <a:xfrm>
            <a:off x="360" y="6813720"/>
            <a:ext cx="12191760" cy="50400"/>
            <a:chOff x="360" y="6813720"/>
            <a:chExt cx="12191760" cy="50400"/>
          </a:xfrm>
        </p:grpSpPr>
        <p:sp>
          <p:nvSpPr>
            <p:cNvPr id="140" name="Rectangle 5"/>
            <p:cNvSpPr/>
            <p:nvPr/>
          </p:nvSpPr>
          <p:spPr>
            <a:xfrm rot="5400000">
              <a:off x="9545760" y="5954760"/>
              <a:ext cx="50400" cy="1767960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41" name="Rectangle 6"/>
            <p:cNvSpPr/>
            <p:nvPr/>
          </p:nvSpPr>
          <p:spPr>
            <a:xfrm rot="5400000">
              <a:off x="11282760" y="5954760"/>
              <a:ext cx="50400" cy="1767960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42" name="Rectangle 7"/>
            <p:cNvSpPr/>
            <p:nvPr/>
          </p:nvSpPr>
          <p:spPr>
            <a:xfrm rot="5400000">
              <a:off x="7807680" y="5954760"/>
              <a:ext cx="50400" cy="1767960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43" name="Rectangle 8"/>
            <p:cNvSpPr/>
            <p:nvPr/>
          </p:nvSpPr>
          <p:spPr>
            <a:xfrm rot="5400000">
              <a:off x="6071040" y="5954760"/>
              <a:ext cx="50400" cy="1767960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44" name="Rectangle 9"/>
            <p:cNvSpPr/>
            <p:nvPr/>
          </p:nvSpPr>
          <p:spPr>
            <a:xfrm rot="5400000">
              <a:off x="4334040" y="5954760"/>
              <a:ext cx="50400" cy="1767960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45" name="Rectangle 10"/>
            <p:cNvSpPr/>
            <p:nvPr/>
          </p:nvSpPr>
          <p:spPr>
            <a:xfrm rot="5400000">
              <a:off x="2596680" y="5954040"/>
              <a:ext cx="50400" cy="1769760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46" name="Rectangle 11"/>
            <p:cNvSpPr/>
            <p:nvPr/>
          </p:nvSpPr>
          <p:spPr>
            <a:xfrm rot="5400000">
              <a:off x="858960" y="5954760"/>
              <a:ext cx="50400" cy="1767960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</p:grpSp>
      <p:pic>
        <p:nvPicPr>
          <p:cNvPr id="147" name="Picture 10" descr=""/>
          <p:cNvPicPr/>
          <p:nvPr/>
        </p:nvPicPr>
        <p:blipFill>
          <a:blip r:embed="rId2"/>
          <a:stretch/>
        </p:blipFill>
        <p:spPr>
          <a:xfrm flipH="1" rot="10800000">
            <a:off x="585720" y="3043440"/>
            <a:ext cx="10113480" cy="70920"/>
          </a:xfrm>
          <a:prstGeom prst="rect">
            <a:avLst/>
          </a:prstGeom>
          <a:ln w="0">
            <a:noFill/>
          </a:ln>
        </p:spPr>
      </p:pic>
      <p:pic>
        <p:nvPicPr>
          <p:cNvPr id="148" name="Picture 11" descr=""/>
          <p:cNvPicPr/>
          <p:nvPr/>
        </p:nvPicPr>
        <p:blipFill>
          <a:blip r:embed="rId3"/>
          <a:stretch/>
        </p:blipFill>
        <p:spPr>
          <a:xfrm>
            <a:off x="671400" y="5753160"/>
            <a:ext cx="1353600" cy="630000"/>
          </a:xfrm>
          <a:prstGeom prst="rect">
            <a:avLst/>
          </a:prstGeom>
          <a:ln w="0">
            <a:noFill/>
          </a:ln>
        </p:spPr>
      </p:pic>
      <p:pic>
        <p:nvPicPr>
          <p:cNvPr id="149" name="Picture 12" descr=""/>
          <p:cNvPicPr/>
          <p:nvPr/>
        </p:nvPicPr>
        <p:blipFill>
          <a:blip r:embed="rId4"/>
          <a:stretch/>
        </p:blipFill>
        <p:spPr>
          <a:xfrm>
            <a:off x="10541160" y="372960"/>
            <a:ext cx="1012320" cy="853560"/>
          </a:xfrm>
          <a:prstGeom prst="rect">
            <a:avLst/>
          </a:prstGeom>
          <a:ln w="0">
            <a:noFill/>
          </a:ln>
        </p:spPr>
      </p:pic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585720" y="1630800"/>
            <a:ext cx="10687680" cy="138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69303d"/>
                </a:solidFill>
                <a:latin typeface="Calibri"/>
                <a:ea typeface="MS PGothic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5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"/>
          <p:cNvSpPr/>
          <p:nvPr/>
        </p:nvSpPr>
        <p:spPr>
          <a:xfrm>
            <a:off x="10236240" y="1246320"/>
            <a:ext cx="1650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7f7f7f"/>
                </a:solidFill>
                <a:latin typeface="Calibri"/>
                <a:ea typeface="MS PGothic"/>
              </a:rPr>
              <a:t>Better lives through livestock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2" name="Group 2"/>
          <p:cNvGrpSpPr/>
          <p:nvPr/>
        </p:nvGrpSpPr>
        <p:grpSpPr>
          <a:xfrm>
            <a:off x="360" y="6813720"/>
            <a:ext cx="12191760" cy="50400"/>
            <a:chOff x="360" y="6813720"/>
            <a:chExt cx="12191760" cy="50400"/>
          </a:xfrm>
        </p:grpSpPr>
        <p:sp>
          <p:nvSpPr>
            <p:cNvPr id="153" name="Rectangle 5"/>
            <p:cNvSpPr/>
            <p:nvPr/>
          </p:nvSpPr>
          <p:spPr>
            <a:xfrm rot="5400000">
              <a:off x="9545760" y="5954760"/>
              <a:ext cx="50400" cy="1767960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54" name="Rectangle 6"/>
            <p:cNvSpPr/>
            <p:nvPr/>
          </p:nvSpPr>
          <p:spPr>
            <a:xfrm rot="5400000">
              <a:off x="11282760" y="5954760"/>
              <a:ext cx="50400" cy="1767960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55" name="Rectangle 7"/>
            <p:cNvSpPr/>
            <p:nvPr/>
          </p:nvSpPr>
          <p:spPr>
            <a:xfrm rot="5400000">
              <a:off x="7807680" y="5954760"/>
              <a:ext cx="50400" cy="1767960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56" name="Rectangle 8"/>
            <p:cNvSpPr/>
            <p:nvPr/>
          </p:nvSpPr>
          <p:spPr>
            <a:xfrm rot="5400000">
              <a:off x="6071040" y="5954760"/>
              <a:ext cx="50400" cy="1767960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57" name="Rectangle 9"/>
            <p:cNvSpPr/>
            <p:nvPr/>
          </p:nvSpPr>
          <p:spPr>
            <a:xfrm rot="5400000">
              <a:off x="4334040" y="5954760"/>
              <a:ext cx="50400" cy="1767960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58" name="Rectangle 10"/>
            <p:cNvSpPr/>
            <p:nvPr/>
          </p:nvSpPr>
          <p:spPr>
            <a:xfrm rot="5400000">
              <a:off x="2596680" y="5954040"/>
              <a:ext cx="50400" cy="1769760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59" name="Rectangle 11"/>
            <p:cNvSpPr/>
            <p:nvPr/>
          </p:nvSpPr>
          <p:spPr>
            <a:xfrm rot="5400000">
              <a:off x="858960" y="5954760"/>
              <a:ext cx="50400" cy="1767960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</p:grpSp>
      <p:pic>
        <p:nvPicPr>
          <p:cNvPr id="160" name="Picture 10" descr=""/>
          <p:cNvPicPr/>
          <p:nvPr/>
        </p:nvPicPr>
        <p:blipFill>
          <a:blip r:embed="rId2"/>
          <a:stretch/>
        </p:blipFill>
        <p:spPr>
          <a:xfrm flipH="1" rot="10800000">
            <a:off x="585720" y="3043440"/>
            <a:ext cx="10113480" cy="70920"/>
          </a:xfrm>
          <a:prstGeom prst="rect">
            <a:avLst/>
          </a:prstGeom>
          <a:ln w="0">
            <a:noFill/>
          </a:ln>
        </p:spPr>
      </p:pic>
      <p:pic>
        <p:nvPicPr>
          <p:cNvPr id="161" name="Picture 11" descr=""/>
          <p:cNvPicPr/>
          <p:nvPr/>
        </p:nvPicPr>
        <p:blipFill>
          <a:blip r:embed="rId3"/>
          <a:stretch/>
        </p:blipFill>
        <p:spPr>
          <a:xfrm>
            <a:off x="671400" y="5753160"/>
            <a:ext cx="1353600" cy="630000"/>
          </a:xfrm>
          <a:prstGeom prst="rect">
            <a:avLst/>
          </a:prstGeom>
          <a:ln w="0">
            <a:noFill/>
          </a:ln>
        </p:spPr>
      </p:pic>
      <p:pic>
        <p:nvPicPr>
          <p:cNvPr id="162" name="Picture 12" descr=""/>
          <p:cNvPicPr/>
          <p:nvPr/>
        </p:nvPicPr>
        <p:blipFill>
          <a:blip r:embed="rId4"/>
          <a:stretch/>
        </p:blipFill>
        <p:spPr>
          <a:xfrm>
            <a:off x="10568160" y="390600"/>
            <a:ext cx="898200" cy="823680"/>
          </a:xfrm>
          <a:prstGeom prst="rect">
            <a:avLst/>
          </a:prstGeom>
          <a:ln w="0">
            <a:noFill/>
          </a:ln>
        </p:spPr>
      </p:pic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585720" y="1630800"/>
            <a:ext cx="10687680" cy="138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69303d"/>
                </a:solidFill>
                <a:latin typeface="Calibri"/>
                <a:ea typeface="MS PGothic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5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1"/>
          <p:cNvSpPr/>
          <p:nvPr/>
        </p:nvSpPr>
        <p:spPr>
          <a:xfrm>
            <a:off x="11391840" y="125280"/>
            <a:ext cx="64116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fld id="{799E9F6A-1C06-462C-8BFE-C4DF16AB36E3}" type="slidenum">
              <a:rPr b="0" lang="en-GB" sz="1200" spc="-1" strike="noStrike">
                <a:solidFill>
                  <a:srgbClr val="762123"/>
                </a:solidFill>
                <a:latin typeface="Calibri"/>
                <a:ea typeface="MS PGothic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5" name="Group 2"/>
          <p:cNvGrpSpPr/>
          <p:nvPr/>
        </p:nvGrpSpPr>
        <p:grpSpPr>
          <a:xfrm>
            <a:off x="360" y="6813720"/>
            <a:ext cx="12191760" cy="50400"/>
            <a:chOff x="360" y="6813720"/>
            <a:chExt cx="12191760" cy="50400"/>
          </a:xfrm>
        </p:grpSpPr>
        <p:sp>
          <p:nvSpPr>
            <p:cNvPr id="166" name="Rectangle 5"/>
            <p:cNvSpPr/>
            <p:nvPr/>
          </p:nvSpPr>
          <p:spPr>
            <a:xfrm rot="5400000">
              <a:off x="9545760" y="5954760"/>
              <a:ext cx="50400" cy="1767960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67" name="Rectangle 6"/>
            <p:cNvSpPr/>
            <p:nvPr/>
          </p:nvSpPr>
          <p:spPr>
            <a:xfrm rot="5400000">
              <a:off x="11282760" y="5954760"/>
              <a:ext cx="50400" cy="1767960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68" name="Rectangle 7"/>
            <p:cNvSpPr/>
            <p:nvPr/>
          </p:nvSpPr>
          <p:spPr>
            <a:xfrm rot="5400000">
              <a:off x="7807680" y="5954760"/>
              <a:ext cx="50400" cy="1767960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69" name="Rectangle 8"/>
            <p:cNvSpPr/>
            <p:nvPr/>
          </p:nvSpPr>
          <p:spPr>
            <a:xfrm rot="5400000">
              <a:off x="6071040" y="5954760"/>
              <a:ext cx="50400" cy="1767960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70" name="Rectangle 10"/>
            <p:cNvSpPr/>
            <p:nvPr/>
          </p:nvSpPr>
          <p:spPr>
            <a:xfrm rot="5400000">
              <a:off x="4334040" y="5954760"/>
              <a:ext cx="50400" cy="1767960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71" name="Rectangle 11"/>
            <p:cNvSpPr/>
            <p:nvPr/>
          </p:nvSpPr>
          <p:spPr>
            <a:xfrm rot="5400000">
              <a:off x="2596680" y="5954040"/>
              <a:ext cx="50400" cy="1769760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72" name="Rectangle 12"/>
            <p:cNvSpPr/>
            <p:nvPr/>
          </p:nvSpPr>
          <p:spPr>
            <a:xfrm rot="5400000">
              <a:off x="858960" y="5954760"/>
              <a:ext cx="50400" cy="1767960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</p:grpSp>
      <p:pic>
        <p:nvPicPr>
          <p:cNvPr id="173" name="Picture 10" descr=""/>
          <p:cNvPicPr/>
          <p:nvPr/>
        </p:nvPicPr>
        <p:blipFill>
          <a:blip r:embed="rId2"/>
          <a:stretch/>
        </p:blipFill>
        <p:spPr>
          <a:xfrm>
            <a:off x="10793520" y="6105600"/>
            <a:ext cx="1160280" cy="539280"/>
          </a:xfrm>
          <a:prstGeom prst="rect">
            <a:avLst/>
          </a:prstGeom>
          <a:ln w="0">
            <a:noFill/>
          </a:ln>
        </p:spPr>
      </p:pic>
      <p:pic>
        <p:nvPicPr>
          <p:cNvPr id="174" name="Picture 11" descr=""/>
          <p:cNvPicPr/>
          <p:nvPr/>
        </p:nvPicPr>
        <p:blipFill>
          <a:blip r:embed="rId3"/>
          <a:stretch/>
        </p:blipFill>
        <p:spPr>
          <a:xfrm>
            <a:off x="609480" y="1116000"/>
            <a:ext cx="1460160" cy="45720"/>
          </a:xfrm>
          <a:prstGeom prst="rect">
            <a:avLst/>
          </a:prstGeom>
          <a:ln w="0">
            <a:noFill/>
          </a:ln>
        </p:spPr>
      </p:pic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600120" y="427680"/>
            <a:ext cx="10972440" cy="67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682622"/>
                </a:solidFill>
                <a:latin typeface="Calibri"/>
                <a:ea typeface="MS PGothic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09480" y="1602000"/>
            <a:ext cx="10972440" cy="457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  <a:ea typeface="MS PGothic"/>
              </a:rPr>
              <a:t>Click to edit Master text styles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buClr>
                <a:srgbClr val="682622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  <a:ea typeface="MS PGothic"/>
              </a:rPr>
              <a:t>Second level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buClr>
                <a:srgbClr val="682622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  <a:ea typeface="MS PGothic"/>
              </a:rPr>
              <a:t>Third level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100000"/>
              </a:lnSpc>
              <a:buClr>
                <a:srgbClr val="682622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100000"/>
              </a:lnSpc>
              <a:buClr>
                <a:srgbClr val="682622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4"/>
    <p:sldLayoutId id="2147483684" r:id="rId5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Box 1"/>
          <p:cNvSpPr/>
          <p:nvPr/>
        </p:nvSpPr>
        <p:spPr>
          <a:xfrm>
            <a:off x="11391840" y="125280"/>
            <a:ext cx="64116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fld id="{6363EF6F-26CD-489D-B526-4BCDC4C4922B}" type="slidenum">
              <a:rPr b="0" lang="en-GB" sz="1200" spc="-1" strike="noStrike">
                <a:solidFill>
                  <a:srgbClr val="762123"/>
                </a:solidFill>
                <a:latin typeface="Calibri"/>
                <a:ea typeface="MS PGothic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0" name="Group 2"/>
          <p:cNvGrpSpPr/>
          <p:nvPr/>
        </p:nvGrpSpPr>
        <p:grpSpPr>
          <a:xfrm>
            <a:off x="360" y="2782800"/>
            <a:ext cx="12191760" cy="50400"/>
            <a:chOff x="360" y="2782800"/>
            <a:chExt cx="12191760" cy="50400"/>
          </a:xfrm>
        </p:grpSpPr>
        <p:sp>
          <p:nvSpPr>
            <p:cNvPr id="181" name="Rectangle 6"/>
            <p:cNvSpPr/>
            <p:nvPr/>
          </p:nvSpPr>
          <p:spPr>
            <a:xfrm rot="5400000">
              <a:off x="9545760" y="1923840"/>
              <a:ext cx="50400" cy="1767960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82" name="Rectangle 7"/>
            <p:cNvSpPr/>
            <p:nvPr/>
          </p:nvSpPr>
          <p:spPr>
            <a:xfrm rot="5400000">
              <a:off x="11282760" y="1923840"/>
              <a:ext cx="50400" cy="1767960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83" name="Rectangle 8"/>
            <p:cNvSpPr/>
            <p:nvPr/>
          </p:nvSpPr>
          <p:spPr>
            <a:xfrm rot="5400000">
              <a:off x="7807680" y="1923840"/>
              <a:ext cx="50400" cy="1767960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84" name="Rectangle 9"/>
            <p:cNvSpPr/>
            <p:nvPr/>
          </p:nvSpPr>
          <p:spPr>
            <a:xfrm rot="5400000">
              <a:off x="6071040" y="1923840"/>
              <a:ext cx="50400" cy="1767960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85" name="Rectangle 10"/>
            <p:cNvSpPr/>
            <p:nvPr/>
          </p:nvSpPr>
          <p:spPr>
            <a:xfrm rot="5400000">
              <a:off x="4334040" y="1923840"/>
              <a:ext cx="50400" cy="1767960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86" name="Rectangle 11"/>
            <p:cNvSpPr/>
            <p:nvPr/>
          </p:nvSpPr>
          <p:spPr>
            <a:xfrm rot="5400000">
              <a:off x="2596680" y="1923120"/>
              <a:ext cx="50400" cy="1769760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87" name="Rectangle 12"/>
            <p:cNvSpPr/>
            <p:nvPr/>
          </p:nvSpPr>
          <p:spPr>
            <a:xfrm rot="5400000">
              <a:off x="858960" y="1923840"/>
              <a:ext cx="50400" cy="1767960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</p:grpSp>
      <p:pic>
        <p:nvPicPr>
          <p:cNvPr id="188" name="Picture 10" descr=""/>
          <p:cNvPicPr/>
          <p:nvPr/>
        </p:nvPicPr>
        <p:blipFill>
          <a:blip r:embed="rId2"/>
          <a:stretch/>
        </p:blipFill>
        <p:spPr>
          <a:xfrm>
            <a:off x="10793520" y="6105600"/>
            <a:ext cx="1160280" cy="539280"/>
          </a:xfrm>
          <a:prstGeom prst="rect">
            <a:avLst/>
          </a:prstGeom>
          <a:ln w="0">
            <a:noFill/>
          </a:ln>
        </p:spPr>
      </p:pic>
      <p:pic>
        <p:nvPicPr>
          <p:cNvPr id="189" name="Picture 11" descr=""/>
          <p:cNvPicPr/>
          <p:nvPr/>
        </p:nvPicPr>
        <p:blipFill>
          <a:blip r:embed="rId3"/>
          <a:stretch/>
        </p:blipFill>
        <p:spPr>
          <a:xfrm>
            <a:off x="1160640" y="3798720"/>
            <a:ext cx="1460160" cy="43920"/>
          </a:xfrm>
          <a:prstGeom prst="rect">
            <a:avLst/>
          </a:prstGeom>
          <a:ln w="0">
            <a:noFill/>
          </a:ln>
        </p:spPr>
      </p:pic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1066680" y="3120120"/>
            <a:ext cx="10247400" cy="67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682622"/>
                </a:solidFill>
                <a:latin typeface="Calibri"/>
                <a:ea typeface="MS PGothic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1076400" y="3951720"/>
            <a:ext cx="10247400" cy="255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  <a:ea typeface="MS PGothic"/>
              </a:rPr>
              <a:t>Click to edit Master text styles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buClr>
                <a:srgbClr val="682622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  <a:ea typeface="MS PGothic"/>
              </a:rPr>
              <a:t>Second level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buClr>
                <a:srgbClr val="682622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  <a:ea typeface="MS PGothic"/>
              </a:rPr>
              <a:t>Third level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100000"/>
              </a:lnSpc>
              <a:buClr>
                <a:srgbClr val="682622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100000"/>
              </a:lnSpc>
              <a:buClr>
                <a:srgbClr val="682622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278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  <a:ea typeface="MS PGothic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6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1"/>
          <p:cNvSpPr/>
          <p:nvPr/>
        </p:nvSpPr>
        <p:spPr>
          <a:xfrm>
            <a:off x="11391840" y="125280"/>
            <a:ext cx="64116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fld id="{59CA9384-5758-409B-A625-F311FBA3D9B6}" type="slidenum">
              <a:rPr b="0" lang="en-GB" sz="1200" spc="-1" strike="noStrike">
                <a:solidFill>
                  <a:srgbClr val="762123"/>
                </a:solidFill>
                <a:latin typeface="Calibri"/>
                <a:ea typeface="MS PGothic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4" name="Group 2"/>
          <p:cNvGrpSpPr/>
          <p:nvPr/>
        </p:nvGrpSpPr>
        <p:grpSpPr>
          <a:xfrm>
            <a:off x="360" y="6813720"/>
            <a:ext cx="12191760" cy="50400"/>
            <a:chOff x="360" y="6813720"/>
            <a:chExt cx="12191760" cy="50400"/>
          </a:xfrm>
        </p:grpSpPr>
        <p:sp>
          <p:nvSpPr>
            <p:cNvPr id="195" name="Rectangle 6"/>
            <p:cNvSpPr/>
            <p:nvPr/>
          </p:nvSpPr>
          <p:spPr>
            <a:xfrm rot="5400000">
              <a:off x="9545760" y="5954760"/>
              <a:ext cx="50400" cy="1767960"/>
            </a:xfrm>
            <a:prstGeom prst="rect">
              <a:avLst/>
            </a:prstGeom>
            <a:solidFill>
              <a:srgbClr val="c34628"/>
            </a:solidFill>
            <a:ln>
              <a:noFill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96" name="Rectangle 7"/>
            <p:cNvSpPr/>
            <p:nvPr/>
          </p:nvSpPr>
          <p:spPr>
            <a:xfrm rot="5400000">
              <a:off x="11282760" y="5954760"/>
              <a:ext cx="50400" cy="1767960"/>
            </a:xfrm>
            <a:prstGeom prst="rect">
              <a:avLst/>
            </a:prstGeom>
            <a:solidFill>
              <a:srgbClr val="712c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97" name="Rectangle 8"/>
            <p:cNvSpPr/>
            <p:nvPr/>
          </p:nvSpPr>
          <p:spPr>
            <a:xfrm rot="5400000">
              <a:off x="7807680" y="5954760"/>
              <a:ext cx="50400" cy="1767960"/>
            </a:xfrm>
            <a:prstGeom prst="rect">
              <a:avLst/>
            </a:prstGeom>
            <a:solidFill>
              <a:srgbClr val="ff9e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98" name="Rectangle 9"/>
            <p:cNvSpPr/>
            <p:nvPr/>
          </p:nvSpPr>
          <p:spPr>
            <a:xfrm rot="5400000">
              <a:off x="6071040" y="5954760"/>
              <a:ext cx="50400" cy="1767960"/>
            </a:xfrm>
            <a:prstGeom prst="rect">
              <a:avLst/>
            </a:prstGeom>
            <a:solidFill>
              <a:srgbClr val="404e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199" name="Rectangle 10"/>
            <p:cNvSpPr/>
            <p:nvPr/>
          </p:nvSpPr>
          <p:spPr>
            <a:xfrm rot="5400000">
              <a:off x="4334040" y="5954760"/>
              <a:ext cx="50400" cy="1767960"/>
            </a:xfrm>
            <a:prstGeom prst="rect">
              <a:avLst/>
            </a:prstGeom>
            <a:solidFill>
              <a:srgbClr val="7c98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200" name="Rectangle 13"/>
            <p:cNvSpPr/>
            <p:nvPr/>
          </p:nvSpPr>
          <p:spPr>
            <a:xfrm rot="5400000">
              <a:off x="2596680" y="5954040"/>
              <a:ext cx="50400" cy="1769760"/>
            </a:xfrm>
            <a:prstGeom prst="rect">
              <a:avLst/>
            </a:prstGeom>
            <a:solidFill>
              <a:srgbClr val="5359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  <p:sp>
          <p:nvSpPr>
            <p:cNvPr id="201" name="Rectangle 14"/>
            <p:cNvSpPr/>
            <p:nvPr/>
          </p:nvSpPr>
          <p:spPr>
            <a:xfrm rot="5400000">
              <a:off x="858960" y="5954760"/>
              <a:ext cx="50400" cy="1767960"/>
            </a:xfrm>
            <a:prstGeom prst="rect">
              <a:avLst/>
            </a:prstGeom>
            <a:solidFill>
              <a:srgbClr val="a3a4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  <a:ea typeface="MS PGothic"/>
              </a:endParaRPr>
            </a:p>
          </p:txBody>
        </p:sp>
      </p:grpSp>
      <p:pic>
        <p:nvPicPr>
          <p:cNvPr id="202" name="Picture 10" descr=""/>
          <p:cNvPicPr/>
          <p:nvPr/>
        </p:nvPicPr>
        <p:blipFill>
          <a:blip r:embed="rId2"/>
          <a:stretch/>
        </p:blipFill>
        <p:spPr>
          <a:xfrm>
            <a:off x="307800" y="6105600"/>
            <a:ext cx="1160280" cy="539280"/>
          </a:xfrm>
          <a:prstGeom prst="rect">
            <a:avLst/>
          </a:prstGeom>
          <a:ln w="0">
            <a:noFill/>
          </a:ln>
        </p:spPr>
      </p:pic>
      <p:pic>
        <p:nvPicPr>
          <p:cNvPr id="203" name="Picture 11" descr=""/>
          <p:cNvPicPr/>
          <p:nvPr/>
        </p:nvPicPr>
        <p:blipFill>
          <a:blip r:embed="rId3"/>
          <a:stretch/>
        </p:blipFill>
        <p:spPr>
          <a:xfrm>
            <a:off x="609480" y="1116000"/>
            <a:ext cx="1460160" cy="45720"/>
          </a:xfrm>
          <a:prstGeom prst="rect">
            <a:avLst/>
          </a:prstGeom>
          <a:ln w="0">
            <a:noFill/>
          </a:ln>
        </p:spPr>
      </p:pic>
      <p:sp>
        <p:nvSpPr>
          <p:cNvPr id="204" name="PlaceHolder 1"/>
          <p:cNvSpPr>
            <a:spLocks noGrp="1"/>
          </p:cNvSpPr>
          <p:nvPr>
            <p:ph type="body"/>
          </p:nvPr>
        </p:nvSpPr>
        <p:spPr>
          <a:xfrm>
            <a:off x="7847640" y="25560"/>
            <a:ext cx="4343760" cy="681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  <a:ea typeface="MS PGothic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title"/>
          </p:nvPr>
        </p:nvSpPr>
        <p:spPr>
          <a:xfrm>
            <a:off x="600120" y="427680"/>
            <a:ext cx="8102160" cy="67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682622"/>
                </a:solidFill>
                <a:latin typeface="Calibri"/>
                <a:ea typeface="MS PGothic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body"/>
          </p:nvPr>
        </p:nvSpPr>
        <p:spPr>
          <a:xfrm>
            <a:off x="609480" y="1342800"/>
            <a:ext cx="7237800" cy="457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  <a:ea typeface="MS PGothic"/>
              </a:rPr>
              <a:t>Click to edit Master text styles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buClr>
                <a:srgbClr val="682622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  <a:ea typeface="MS PGothic"/>
              </a:rPr>
              <a:t>Second level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buClr>
                <a:srgbClr val="682622"/>
              </a:buClr>
              <a:buFont typeface="Courier New"/>
              <a:buChar char="o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  <a:ea typeface="MS PGothic"/>
              </a:rPr>
              <a:t>Third level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100000"/>
              </a:lnSpc>
              <a:buClr>
                <a:srgbClr val="682622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100000"/>
              </a:lnSpc>
              <a:buClr>
                <a:srgbClr val="682622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MS PGothic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wmf"/><Relationship Id="rId3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image" Target="../media/image18.jpeg"/><Relationship Id="rId3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image" Target="../media/image20.jpeg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5.jpe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14.png"/><Relationship Id="rId3" Type="http://schemas.openxmlformats.org/officeDocument/2006/relationships/image" Target="../media/image4.wmf"/><Relationship Id="rId4" Type="http://schemas.openxmlformats.org/officeDocument/2006/relationships/slideLayout" Target="../slideLayouts/slideLayout18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slideLayout" Target="../slideLayouts/slideLayout1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image" Target="../media/image46.png"/><Relationship Id="rId12" Type="http://schemas.openxmlformats.org/officeDocument/2006/relationships/image" Target="../media/image47.png"/><Relationship Id="rId13" Type="http://schemas.openxmlformats.org/officeDocument/2006/relationships/image" Target="../media/image48.png"/><Relationship Id="rId14" Type="http://schemas.openxmlformats.org/officeDocument/2006/relationships/image" Target="../media/image49.png"/><Relationship Id="rId15" Type="http://schemas.openxmlformats.org/officeDocument/2006/relationships/image" Target="../media/image50.png"/><Relationship Id="rId16" Type="http://schemas.openxmlformats.org/officeDocument/2006/relationships/image" Target="../media/image51.png"/><Relationship Id="rId17" Type="http://schemas.openxmlformats.org/officeDocument/2006/relationships/image" Target="../media/image52.png"/><Relationship Id="rId18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585720" y="1630440"/>
            <a:ext cx="10688400" cy="1390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6604"/>
          </a:bodyPr>
          <a:p>
            <a:pPr indent="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712c3d"/>
                </a:solidFill>
                <a:latin typeface="Calibri"/>
                <a:ea typeface="MS PGothic"/>
              </a:rPr>
              <a:t>Title goes here</a:t>
            </a:r>
            <a:br>
              <a:rPr sz="4400"/>
            </a:br>
            <a:r>
              <a:rPr b="0" lang="en-US" sz="4400" spc="-1" strike="noStrike">
                <a:solidFill>
                  <a:srgbClr val="712c3d"/>
                </a:solidFill>
                <a:latin typeface="Calibri"/>
                <a:ea typeface="MS PGothic"/>
              </a:rPr>
              <a:t>(maximum 3 lines)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4" name="Subtitle 2"/>
          <p:cNvSpPr/>
          <p:nvPr/>
        </p:nvSpPr>
        <p:spPr>
          <a:xfrm>
            <a:off x="736560" y="3513240"/>
            <a:ext cx="6357600" cy="10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spcBef>
                <a:spcPts val="400"/>
              </a:spcBef>
            </a:pPr>
            <a:r>
              <a:rPr b="0" i="1" lang="en-US" sz="1800" spc="-1" strike="noStrike">
                <a:solidFill>
                  <a:srgbClr val="292929"/>
                </a:solidFill>
                <a:latin typeface="Calibri"/>
                <a:ea typeface="MS PGothic"/>
              </a:rPr>
              <a:t>Author name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b="0" i="1" lang="en-US" sz="1800" spc="-1" strike="noStrike">
                <a:solidFill>
                  <a:srgbClr val="292929"/>
                </a:solidFill>
                <a:latin typeface="Calibri"/>
                <a:ea typeface="MS PGothic"/>
              </a:rPr>
              <a:t>Position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b="0" i="1" lang="en-US" sz="1800" spc="-1" strike="noStrike">
                <a:solidFill>
                  <a:srgbClr val="292929"/>
                </a:solidFill>
                <a:latin typeface="Calibri"/>
                <a:ea typeface="MS PGothic"/>
              </a:rPr>
              <a:t>Program and/or organization name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ubtitle 2"/>
          <p:cNvSpPr/>
          <p:nvPr/>
        </p:nvSpPr>
        <p:spPr>
          <a:xfrm>
            <a:off x="736560" y="4649760"/>
            <a:ext cx="505728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spcBef>
                <a:spcPts val="400"/>
              </a:spcBef>
            </a:pPr>
            <a:r>
              <a:rPr b="0" lang="en-US" sz="1600" spc="-1" strike="noStrike">
                <a:solidFill>
                  <a:srgbClr val="292929"/>
                </a:solidFill>
                <a:latin typeface="Calibri"/>
                <a:ea typeface="MS PGothic"/>
              </a:rPr>
              <a:t>Event/meeting name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b="0" lang="en-US" sz="1600" spc="-1" strike="noStrike">
                <a:solidFill>
                  <a:srgbClr val="292929"/>
                </a:solidFill>
                <a:latin typeface="Calibri"/>
                <a:ea typeface="MS PGothic"/>
              </a:rPr>
              <a:t>City, date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Picture 272" descr=""/>
          <p:cNvPicPr/>
          <p:nvPr/>
        </p:nvPicPr>
        <p:blipFill>
          <a:blip r:embed="rId1"/>
          <a:stretch/>
        </p:blipFill>
        <p:spPr>
          <a:xfrm rot="5400000">
            <a:off x="1393920" y="3412800"/>
            <a:ext cx="4319280" cy="45720"/>
          </a:xfrm>
          <a:prstGeom prst="rect">
            <a:avLst/>
          </a:prstGeom>
          <a:ln w="0">
            <a:noFill/>
          </a:ln>
        </p:spPr>
      </p:pic>
      <p:sp>
        <p:nvSpPr>
          <p:cNvPr id="217" name="Content Placeholder 2"/>
          <p:cNvSpPr/>
          <p:nvPr/>
        </p:nvSpPr>
        <p:spPr>
          <a:xfrm>
            <a:off x="528480" y="2257560"/>
            <a:ext cx="28317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292929"/>
                </a:solidFill>
                <a:latin typeface="Calibri"/>
                <a:ea typeface="MS PGothic"/>
              </a:rPr>
              <a:t>ILRI is co-hosted by both the governments of Ethiopia and Kenya, with offices in 8 other countries in Africa (Burking Faso, Burundi, Mali, Nigeria, Senegal, Tanzania, Uganda and Zimbabwe); 4 countries in Asia (China, India, Nepal and Vietnam).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1"/>
                </a:solidFill>
                <a:latin typeface="Calibri"/>
                <a:ea typeface="MS PGothic"/>
              </a:rPr>
              <a:t>ILRI has approximately </a:t>
            </a:r>
            <a:r>
              <a:rPr b="1" lang="en-GB" sz="1400" spc="-1" strike="noStrike">
                <a:solidFill>
                  <a:schemeClr val="dk1"/>
                </a:solidFill>
                <a:latin typeface="Calibri"/>
                <a:ea typeface="MS PGothic"/>
              </a:rPr>
              <a:t>600 permanent staff </a:t>
            </a:r>
            <a:r>
              <a:rPr b="0" lang="en-GB" sz="1400" spc="-1" strike="noStrike">
                <a:solidFill>
                  <a:schemeClr val="dk1"/>
                </a:solidFill>
                <a:latin typeface="Calibri"/>
                <a:ea typeface="MS PGothic"/>
              </a:rPr>
              <a:t>(with a gender breakdown of 40% female and 60% male).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Box 276"/>
          <p:cNvSpPr/>
          <p:nvPr/>
        </p:nvSpPr>
        <p:spPr>
          <a:xfrm>
            <a:off x="528480" y="1284120"/>
            <a:ext cx="3009600" cy="90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3200"/>
              </a:lnSpc>
            </a:pPr>
            <a:r>
              <a:rPr b="0" lang="en-US" sz="2800" spc="-1" strike="noStrike">
                <a:solidFill>
                  <a:srgbClr val="712c3d"/>
                </a:solidFill>
                <a:latin typeface="Calibri"/>
                <a:ea typeface="MS PGothic"/>
              </a:rPr>
              <a:t>ILRI offices and staff worldwide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9" name="Picture 2" descr=""/>
          <p:cNvPicPr/>
          <p:nvPr/>
        </p:nvPicPr>
        <p:blipFill>
          <a:blip r:embed="rId2"/>
          <a:stretch/>
        </p:blipFill>
        <p:spPr>
          <a:xfrm>
            <a:off x="3836880" y="909360"/>
            <a:ext cx="7410240" cy="4205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600120" y="427680"/>
            <a:ext cx="10972440" cy="677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712c3d"/>
                </a:solidFill>
                <a:latin typeface="Calibri"/>
                <a:ea typeface="MS PGothic"/>
              </a:rPr>
              <a:t>This is a standard slide with only text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609480" y="697320"/>
            <a:ext cx="10972440" cy="638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add Text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icture Placeholder 11"/>
          <p:cNvSpPr/>
          <p:nvPr/>
        </p:nvSpPr>
        <p:spPr>
          <a:xfrm>
            <a:off x="7847640" y="0"/>
            <a:ext cx="4343760" cy="6813360"/>
          </a:xfrm>
          <a:custGeom>
            <a:avLst/>
            <a:gdLst>
              <a:gd name="textAreaLeft" fmla="*/ 0 w 4343760"/>
              <a:gd name="textAreaRight" fmla="*/ 4344120 w 4343760"/>
              <a:gd name="textAreaTop" fmla="*/ 0 h 6813360"/>
              <a:gd name="textAreaBottom" fmla="*/ 6813720 h 6813360"/>
            </a:gdLst>
            <a:ahLst/>
            <a:rect l="textAreaLeft" t="textAreaTop" r="textAreaRight" b="textAreaBottom"/>
            <a:pathLst>
              <a:path w="4344229" h="6858000">
                <a:moveTo>
                  <a:pt x="1598213" y="0"/>
                </a:moveTo>
                <a:lnTo>
                  <a:pt x="4344229" y="0"/>
                </a:lnTo>
                <a:lnTo>
                  <a:pt x="4344229" y="6858000"/>
                </a:lnTo>
                <a:lnTo>
                  <a:pt x="0" y="6858000"/>
                </a:lnTo>
                <a:lnTo>
                  <a:pt x="1598213" y="0"/>
                </a:lnTo>
                <a:close/>
              </a:path>
              <a:path w="4344229" h="6858000">
                <a:moveTo>
                  <a:pt x="1598213" y="0"/>
                </a:moveTo>
                <a:lnTo>
                  <a:pt x="4344229" y="0"/>
                </a:lnTo>
                <a:lnTo>
                  <a:pt x="4344229" y="6858000"/>
                </a:lnTo>
                <a:lnTo>
                  <a:pt x="0" y="6858000"/>
                </a:lnTo>
                <a:lnTo>
                  <a:pt x="1598213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0120" y="426960"/>
            <a:ext cx="8102160" cy="678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712c3d"/>
                </a:solidFill>
                <a:latin typeface="Calibri"/>
                <a:ea typeface="MS PGothic"/>
              </a:rPr>
              <a:t>Slide with single photo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609480" y="1343160"/>
            <a:ext cx="7237080" cy="457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292929"/>
                </a:solidFill>
                <a:latin typeface="Calibri"/>
                <a:ea typeface="MS PGothic"/>
              </a:rPr>
              <a:t>Women need to be involved in the science and research process: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buClr>
                <a:srgbClr val="2929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292929"/>
                </a:solidFill>
                <a:latin typeface="Calibri"/>
                <a:ea typeface="MS PGothic"/>
              </a:rPr>
              <a:t>Consult women when producing new breeds or vaccines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buClr>
                <a:srgbClr val="2929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292929"/>
                </a:solidFill>
                <a:latin typeface="Calibri"/>
                <a:ea typeface="MS PGothic"/>
              </a:rPr>
              <a:t>Consider impact on time usage when promoting new innovations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buClr>
                <a:srgbClr val="2929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292929"/>
                </a:solidFill>
                <a:latin typeface="Calibri"/>
                <a:ea typeface="MS PGothic"/>
              </a:rPr>
              <a:t>Ask questions when men are not around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buClr>
                <a:srgbClr val="2929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292929"/>
                </a:solidFill>
                <a:latin typeface="Calibri"/>
                <a:ea typeface="MS PGothic"/>
              </a:rPr>
              <a:t>Women know best what they need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5" name="TextBox 1"/>
          <p:cNvSpPr/>
          <p:nvPr/>
        </p:nvSpPr>
        <p:spPr>
          <a:xfrm>
            <a:off x="4851360" y="6102360"/>
            <a:ext cx="2900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400" spc="-1" strike="noStrike">
                <a:solidFill>
                  <a:srgbClr val="0070c0"/>
                </a:solidFill>
                <a:latin typeface="Arial"/>
                <a:ea typeface="MS PGothic"/>
              </a:rPr>
              <a:t>Click and delete to replace this photo with another one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/>
          </p:nvPr>
        </p:nvSpPr>
        <p:spPr>
          <a:xfrm>
            <a:off x="609480" y="1343160"/>
            <a:ext cx="8102160" cy="4571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457200" indent="-457200">
              <a:lnSpc>
                <a:spcPct val="100000"/>
              </a:lnSpc>
              <a:buClr>
                <a:srgbClr val="292929"/>
              </a:buClr>
              <a:buFont typeface="Arial"/>
              <a:buChar char="•"/>
            </a:pPr>
            <a:r>
              <a:rPr b="0" lang="en-US" sz="3000" spc="-1" strike="noStrike">
                <a:solidFill>
                  <a:srgbClr val="292929"/>
                </a:solidFill>
                <a:latin typeface="Calibri"/>
                <a:ea typeface="MS PGothic"/>
              </a:rPr>
              <a:t>Lorem ipsum dolor sit amet, consectetuer adipiscing elit.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buClr>
                <a:srgbClr val="292929"/>
              </a:buClr>
              <a:buFont typeface="Arial"/>
              <a:buChar char="•"/>
            </a:pPr>
            <a:r>
              <a:rPr b="0" lang="en-US" sz="3000" spc="-1" strike="noStrike">
                <a:solidFill>
                  <a:srgbClr val="292929"/>
                </a:solidFill>
                <a:latin typeface="Calibri"/>
                <a:ea typeface="MS PGothic"/>
              </a:rPr>
              <a:t>Aliquam tincidunt mauris eu risus.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buClr>
                <a:srgbClr val="292929"/>
              </a:buClr>
              <a:buFont typeface="Arial"/>
              <a:buChar char="•"/>
            </a:pPr>
            <a:r>
              <a:rPr b="0" lang="en-US" sz="3000" spc="-1" strike="noStrike">
                <a:solidFill>
                  <a:srgbClr val="292929"/>
                </a:solidFill>
                <a:latin typeface="Calibri"/>
                <a:ea typeface="MS PGothic"/>
              </a:rPr>
              <a:t>Vestibulum auctor dapibus neque.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buClr>
                <a:srgbClr val="292929"/>
              </a:buClr>
              <a:buFont typeface="Arial"/>
              <a:buChar char="•"/>
            </a:pPr>
            <a:r>
              <a:rPr b="0" lang="en-US" sz="3000" spc="-1" strike="noStrike">
                <a:solidFill>
                  <a:srgbClr val="292929"/>
                </a:solidFill>
                <a:latin typeface="Calibri"/>
                <a:ea typeface="MS PGothic"/>
              </a:rPr>
              <a:t>Nunc dignissim risus id metus.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buClr>
                <a:srgbClr val="292929"/>
              </a:buClr>
              <a:buFont typeface="Arial"/>
              <a:buChar char="•"/>
            </a:pPr>
            <a:r>
              <a:rPr b="0" lang="en-US" sz="3000" spc="-1" strike="noStrike">
                <a:solidFill>
                  <a:srgbClr val="292929"/>
                </a:solidFill>
                <a:latin typeface="Calibri"/>
                <a:ea typeface="MS PGothic"/>
              </a:rPr>
              <a:t>Cras ornare tristique elit.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buClr>
                <a:srgbClr val="292929"/>
              </a:buClr>
              <a:buFont typeface="Arial"/>
              <a:buChar char="•"/>
            </a:pPr>
            <a:r>
              <a:rPr b="0" lang="en-US" sz="3000" spc="-1" strike="noStrike">
                <a:solidFill>
                  <a:srgbClr val="292929"/>
                </a:solidFill>
                <a:latin typeface="Calibri"/>
                <a:ea typeface="MS PGothic"/>
              </a:rPr>
              <a:t>Vivamus vestibulum ntulla nec ante.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27" name="Picture Placeholder 8" descr="A picture containing fence, person, outdoor, mammal&#10;&#10;Description automatically generated"/>
          <p:cNvPicPr/>
          <p:nvPr/>
        </p:nvPicPr>
        <p:blipFill>
          <a:blip r:embed="rId1"/>
          <a:stretch/>
        </p:blipFill>
        <p:spPr>
          <a:xfrm>
            <a:off x="9245520" y="6480"/>
            <a:ext cx="2945880" cy="4443120"/>
          </a:xfrm>
          <a:prstGeom prst="rect">
            <a:avLst/>
          </a:prstGeom>
          <a:ln w="0">
            <a:noFill/>
          </a:ln>
        </p:spPr>
      </p:pic>
      <p:pic>
        <p:nvPicPr>
          <p:cNvPr id="228" name="Picture Placeholder 10" descr="A flock of seagulls are standing in the dirt&#10;&#10;Description automatically generated"/>
          <p:cNvPicPr/>
          <p:nvPr/>
        </p:nvPicPr>
        <p:blipFill>
          <a:blip r:embed="rId2"/>
          <a:stretch/>
        </p:blipFill>
        <p:spPr>
          <a:xfrm>
            <a:off x="9245520" y="4516560"/>
            <a:ext cx="2945880" cy="2296800"/>
          </a:xfrm>
          <a:prstGeom prst="rect">
            <a:avLst/>
          </a:prstGeom>
          <a:ln w="0">
            <a:noFill/>
          </a:ln>
        </p:spPr>
      </p:pic>
      <p:sp>
        <p:nvSpPr>
          <p:cNvPr id="229" name="PlaceHolder 2"/>
          <p:cNvSpPr>
            <a:spLocks noGrp="1"/>
          </p:cNvSpPr>
          <p:nvPr>
            <p:ph type="title"/>
          </p:nvPr>
        </p:nvSpPr>
        <p:spPr>
          <a:xfrm>
            <a:off x="600120" y="426960"/>
            <a:ext cx="8102160" cy="678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712c3d"/>
                </a:solidFill>
                <a:latin typeface="Calibri"/>
                <a:ea typeface="MS PGothic"/>
              </a:rPr>
              <a:t>ILRI works with 5 main species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0" name="TextBox 5"/>
          <p:cNvSpPr/>
          <p:nvPr/>
        </p:nvSpPr>
        <p:spPr>
          <a:xfrm>
            <a:off x="6175440" y="6084720"/>
            <a:ext cx="2900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400" spc="-1" strike="noStrike">
                <a:solidFill>
                  <a:srgbClr val="0070c0"/>
                </a:solidFill>
                <a:latin typeface="Arial"/>
                <a:ea typeface="MS PGothic"/>
              </a:rPr>
              <a:t>Click and delete the photos here to replace them with new ones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3456000" y="426960"/>
            <a:ext cx="8102160" cy="678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712c3d"/>
                </a:solidFill>
                <a:latin typeface="Calibri"/>
                <a:ea typeface="MS PGothic"/>
              </a:rPr>
              <a:t>Title goes here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3456000" y="1343160"/>
            <a:ext cx="8102160" cy="457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457200">
              <a:lnSpc>
                <a:spcPct val="100000"/>
              </a:lnSpc>
              <a:buClr>
                <a:srgbClr val="292929"/>
              </a:buClr>
              <a:buFont typeface="Arial"/>
              <a:buChar char="•"/>
            </a:pPr>
            <a:r>
              <a:rPr b="0" lang="en-US" sz="3000" spc="-1" strike="noStrike">
                <a:solidFill>
                  <a:srgbClr val="292929"/>
                </a:solidFill>
                <a:latin typeface="Calibri"/>
                <a:ea typeface="MS PGothic"/>
              </a:rPr>
              <a:t>Lorem ipsum dolor sit amet, consectetuer adipiscing elit.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buClr>
                <a:srgbClr val="292929"/>
              </a:buClr>
              <a:buFont typeface="Arial"/>
              <a:buChar char="•"/>
            </a:pPr>
            <a:r>
              <a:rPr b="0" lang="en-US" sz="3000" spc="-1" strike="noStrike">
                <a:solidFill>
                  <a:srgbClr val="292929"/>
                </a:solidFill>
                <a:latin typeface="Calibri"/>
                <a:ea typeface="MS PGothic"/>
              </a:rPr>
              <a:t>Aliquam tincidunt mauris eu risus.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buClr>
                <a:srgbClr val="292929"/>
              </a:buClr>
              <a:buFont typeface="Arial"/>
              <a:buChar char="•"/>
            </a:pPr>
            <a:r>
              <a:rPr b="0" lang="en-US" sz="3000" spc="-1" strike="noStrike">
                <a:solidFill>
                  <a:srgbClr val="292929"/>
                </a:solidFill>
                <a:latin typeface="Calibri"/>
                <a:ea typeface="MS PGothic"/>
              </a:rPr>
              <a:t>Vestibulum auctor dapibus neque.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buClr>
                <a:srgbClr val="292929"/>
              </a:buClr>
              <a:buFont typeface="Arial"/>
              <a:buChar char="•"/>
            </a:pPr>
            <a:r>
              <a:rPr b="0" lang="en-US" sz="3000" spc="-1" strike="noStrike">
                <a:solidFill>
                  <a:srgbClr val="292929"/>
                </a:solidFill>
                <a:latin typeface="Calibri"/>
                <a:ea typeface="MS PGothic"/>
              </a:rPr>
              <a:t>Nunc dignissim risus id metus.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buClr>
                <a:srgbClr val="292929"/>
              </a:buClr>
              <a:buFont typeface="Arial"/>
              <a:buChar char="•"/>
            </a:pPr>
            <a:r>
              <a:rPr b="0" lang="en-US" sz="3000" spc="-1" strike="noStrike">
                <a:solidFill>
                  <a:srgbClr val="292929"/>
                </a:solidFill>
                <a:latin typeface="Calibri"/>
                <a:ea typeface="MS PGothic"/>
              </a:rPr>
              <a:t>Cras ornare tristique elit.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3" name="Picture Placeholder 12"/>
          <p:cNvSpPr/>
          <p:nvPr/>
        </p:nvSpPr>
        <p:spPr>
          <a:xfrm>
            <a:off x="0" y="4111200"/>
            <a:ext cx="3457800" cy="2702160"/>
          </a:xfrm>
          <a:custGeom>
            <a:avLst/>
            <a:gdLst>
              <a:gd name="textAreaLeft" fmla="*/ 0 w 3457800"/>
              <a:gd name="textAreaRight" fmla="*/ 3458160 w 3457800"/>
              <a:gd name="textAreaTop" fmla="*/ 0 h 2702160"/>
              <a:gd name="textAreaBottom" fmla="*/ 2702520 h 2702160"/>
            </a:gdLst>
            <a:ahLst/>
            <a:rect l="textAreaLeft" t="textAreaTop" r="textAreaRight" b="textAreaBottom"/>
            <a:pathLst>
              <a:path w="3458339" h="2747013">
                <a:moveTo>
                  <a:pt x="0" y="6988"/>
                </a:moveTo>
                <a:lnTo>
                  <a:pt x="2949575" y="0"/>
                </a:lnTo>
                <a:lnTo>
                  <a:pt x="3458339" y="2747013"/>
                </a:lnTo>
                <a:lnTo>
                  <a:pt x="0" y="2747013"/>
                </a:lnTo>
                <a:lnTo>
                  <a:pt x="0" y="6988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icture Placeholder 16"/>
          <p:cNvSpPr/>
          <p:nvPr/>
        </p:nvSpPr>
        <p:spPr>
          <a:xfrm>
            <a:off x="0" y="0"/>
            <a:ext cx="2949120" cy="4063680"/>
          </a:xfrm>
          <a:custGeom>
            <a:avLst/>
            <a:gdLst>
              <a:gd name="textAreaLeft" fmla="*/ 0 w 2949120"/>
              <a:gd name="textAreaRight" fmla="*/ 2949480 w 2949120"/>
              <a:gd name="textAreaTop" fmla="*/ 0 h 4063680"/>
              <a:gd name="textAreaBottom" fmla="*/ 4064040 h 4063680"/>
            </a:gdLst>
            <a:ahLst/>
            <a:rect l="textAreaLeft" t="textAreaTop" r="textAreaRight" b="textAreaBottom"/>
            <a:pathLst>
              <a:path w="2949575" h="4064000">
                <a:moveTo>
                  <a:pt x="0" y="0"/>
                </a:moveTo>
                <a:lnTo>
                  <a:pt x="2323933" y="0"/>
                </a:lnTo>
                <a:lnTo>
                  <a:pt x="2949575" y="4064000"/>
                </a:lnTo>
                <a:lnTo>
                  <a:pt x="0" y="4064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7"/>
          <p:cNvSpPr/>
          <p:nvPr/>
        </p:nvSpPr>
        <p:spPr>
          <a:xfrm>
            <a:off x="3456000" y="6102360"/>
            <a:ext cx="2900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70c0"/>
                </a:solidFill>
                <a:latin typeface="Arial"/>
                <a:ea typeface="MS PGothic"/>
              </a:rPr>
              <a:t>Click and delete the photos here to replace them with new ones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1066680" y="3121200"/>
            <a:ext cx="10247040" cy="677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712c3d"/>
                </a:solidFill>
                <a:latin typeface="Calibri"/>
                <a:ea typeface="MS PGothic"/>
              </a:rPr>
              <a:t>Title goes here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1076400" y="3951360"/>
            <a:ext cx="10247040" cy="255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292929"/>
                </a:solidFill>
                <a:latin typeface="Calibri"/>
                <a:ea typeface="MS PGothic"/>
              </a:rPr>
              <a:t>What do you want to say here?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buClr>
                <a:srgbClr val="2929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292929"/>
                </a:solidFill>
                <a:latin typeface="Calibri"/>
                <a:ea typeface="MS PGothic"/>
              </a:rPr>
              <a:t>Item 1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buClr>
                <a:srgbClr val="2929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292929"/>
                </a:solidFill>
                <a:latin typeface="Calibri"/>
                <a:ea typeface="MS PGothic"/>
              </a:rPr>
              <a:t>Item 2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marL="457200" indent="-457200">
              <a:lnSpc>
                <a:spcPct val="100000"/>
              </a:lnSpc>
              <a:buClr>
                <a:srgbClr val="2929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292929"/>
                </a:solidFill>
                <a:latin typeface="Calibri"/>
                <a:ea typeface="MS PGothic"/>
              </a:rPr>
              <a:t>Item 3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38" name="Picture Placeholder 28" descr="A herd of cattle standing on top of a dirt field&#10;&#10;Description automatically generated"/>
          <p:cNvPicPr/>
          <p:nvPr/>
        </p:nvPicPr>
        <p:blipFill>
          <a:blip r:embed="rId1"/>
          <a:stretch/>
        </p:blipFill>
        <p:spPr>
          <a:xfrm>
            <a:off x="0" y="0"/>
            <a:ext cx="12191760" cy="2781000"/>
          </a:xfrm>
          <a:prstGeom prst="rect">
            <a:avLst/>
          </a:prstGeom>
          <a:ln w="0">
            <a:noFill/>
          </a:ln>
        </p:spPr>
      </p:pic>
      <p:sp>
        <p:nvSpPr>
          <p:cNvPr id="239" name="TextBox 4"/>
          <p:cNvSpPr/>
          <p:nvPr/>
        </p:nvSpPr>
        <p:spPr>
          <a:xfrm>
            <a:off x="9987120" y="2822400"/>
            <a:ext cx="2204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1200" spc="-1" strike="noStrike">
                <a:solidFill>
                  <a:srgbClr val="0070c0"/>
                </a:solidFill>
                <a:latin typeface="Arial"/>
                <a:ea typeface="MS PGothic"/>
              </a:rPr>
              <a:t>Click and delete to replace this photo with another one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/>
          </p:nvPr>
        </p:nvSpPr>
        <p:spPr>
          <a:xfrm>
            <a:off x="3195720" y="1589040"/>
            <a:ext cx="8102160" cy="4571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292929"/>
                </a:solidFill>
                <a:latin typeface="Calibri"/>
                <a:ea typeface="MS PGothic"/>
              </a:rPr>
              <a:t>Use this template to feature a photo or select a graphic from one of the five species in the ”additional assets” section of this template.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title"/>
          </p:nvPr>
        </p:nvSpPr>
        <p:spPr>
          <a:xfrm>
            <a:off x="3195720" y="768240"/>
            <a:ext cx="8102160" cy="677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712c3d"/>
                </a:solidFill>
                <a:latin typeface="Calibri"/>
                <a:ea typeface="MS PGothic"/>
              </a:rPr>
              <a:t>Title goes here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/>
          </p:nvPr>
        </p:nvSpPr>
        <p:spPr>
          <a:xfrm>
            <a:off x="682560" y="1693800"/>
            <a:ext cx="8102160" cy="4571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292929"/>
                </a:solidFill>
                <a:latin typeface="Calibri"/>
                <a:ea typeface="MS PGothic"/>
              </a:rPr>
              <a:t>Use this template to feature a photo or select a graphic from one of the five species in the ”additional assets” section of this template.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title"/>
          </p:nvPr>
        </p:nvSpPr>
        <p:spPr>
          <a:xfrm>
            <a:off x="682560" y="768240"/>
            <a:ext cx="8102160" cy="677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712c3d"/>
                </a:solidFill>
                <a:latin typeface="Calibri"/>
                <a:ea typeface="MS PGothic"/>
              </a:rPr>
              <a:t>Title goes here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Box 2"/>
          <p:cNvSpPr/>
          <p:nvPr/>
        </p:nvSpPr>
        <p:spPr>
          <a:xfrm>
            <a:off x="6891480" y="2465280"/>
            <a:ext cx="37522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4400" spc="299" strike="noStrike">
                <a:solidFill>
                  <a:schemeClr val="lt1"/>
                </a:solidFill>
                <a:latin typeface="Calibri Light"/>
                <a:ea typeface="Calibri"/>
              </a:rPr>
              <a:t>THANK YOU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5" name="Picture Placeholder 4" descr="A person drinking from a glass&#10;&#10;Description automatically generated"/>
          <p:cNvPicPr/>
          <p:nvPr/>
        </p:nvPicPr>
        <p:blipFill>
          <a:blip r:embed="rId1"/>
          <a:stretch/>
        </p:blipFill>
        <p:spPr>
          <a:xfrm>
            <a:off x="399960" y="322200"/>
            <a:ext cx="11377080" cy="478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/>
          </p:nvPr>
        </p:nvSpPr>
        <p:spPr>
          <a:xfrm>
            <a:off x="1082520" y="2911320"/>
            <a:ext cx="9826200" cy="60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6666"/>
          </a:bodyPr>
          <a:p>
            <a:pPr indent="0" algn="ctr">
              <a:lnSpc>
                <a:spcPct val="100000"/>
              </a:lnSpc>
              <a:spcBef>
                <a:spcPts val="720"/>
              </a:spcBef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Calibri Light"/>
                <a:ea typeface="MS PGothic"/>
              </a:rPr>
              <a:t>USING IMAGES &amp; COLORS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6"/>
          <p:cNvSpPr/>
          <p:nvPr/>
        </p:nvSpPr>
        <p:spPr>
          <a:xfrm>
            <a:off x="4788000" y="1560600"/>
            <a:ext cx="7402320" cy="3503160"/>
          </a:xfrm>
          <a:prstGeom prst="rect">
            <a:avLst/>
          </a:prstGeom>
          <a:solidFill>
            <a:srgbClr val="7c9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chemeClr val="dk1"/>
              </a:solidFill>
              <a:latin typeface="Calibri"/>
              <a:ea typeface="MS PGothic"/>
            </a:endParaRPr>
          </a:p>
        </p:txBody>
      </p:sp>
      <p:pic>
        <p:nvPicPr>
          <p:cNvPr id="248" name="Picture 5" descr=""/>
          <p:cNvPicPr/>
          <p:nvPr/>
        </p:nvPicPr>
        <p:blipFill>
          <a:blip r:embed="rId1"/>
          <a:stretch/>
        </p:blipFill>
        <p:spPr>
          <a:xfrm>
            <a:off x="1440" y="1560600"/>
            <a:ext cx="5538600" cy="3503160"/>
          </a:xfrm>
          <a:prstGeom prst="rect">
            <a:avLst/>
          </a:prstGeom>
          <a:ln w="0">
            <a:noFill/>
          </a:ln>
        </p:spPr>
      </p:pic>
      <p:sp>
        <p:nvSpPr>
          <p:cNvPr id="249" name="TextBox 7"/>
          <p:cNvSpPr/>
          <p:nvPr/>
        </p:nvSpPr>
        <p:spPr>
          <a:xfrm>
            <a:off x="1919160" y="1101600"/>
            <a:ext cx="4338360" cy="577440"/>
          </a:xfrm>
          <a:prstGeom prst="rect">
            <a:avLst/>
          </a:prstGeom>
          <a:solidFill>
            <a:srgbClr val="404e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chemeClr val="lt1"/>
                </a:solidFill>
                <a:latin typeface="Arial"/>
                <a:ea typeface="MS PGothic"/>
              </a:rPr>
              <a:t>Policy makers</a:t>
            </a:r>
            <a:endParaRPr b="0" lang="en-GB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Box 8"/>
          <p:cNvSpPr/>
          <p:nvPr/>
        </p:nvSpPr>
        <p:spPr>
          <a:xfrm>
            <a:off x="6195960" y="2589120"/>
            <a:ext cx="553860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Arial"/>
                <a:ea typeface="MS PGothic"/>
              </a:rPr>
              <a:t>Based on a standard approach, policy makers would give lower priority to appropriate disease control for these livestock systems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Picture 5" descr="A herd of cattle walking across a grass covered field&#10;&#10;Description automatically generated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252" name="Rectangle 1"/>
          <p:cNvSpPr/>
          <p:nvPr/>
        </p:nvSpPr>
        <p:spPr>
          <a:xfrm>
            <a:off x="1131840" y="0"/>
            <a:ext cx="4163760" cy="6857640"/>
          </a:xfrm>
          <a:prstGeom prst="rect">
            <a:avLst/>
          </a:prstGeom>
          <a:solidFill>
            <a:srgbClr val="535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MS PGothic"/>
            </a:endParaRPr>
          </a:p>
        </p:txBody>
      </p:sp>
      <p:sp>
        <p:nvSpPr>
          <p:cNvPr id="253" name="Title 1"/>
          <p:cNvSpPr/>
          <p:nvPr/>
        </p:nvSpPr>
        <p:spPr>
          <a:xfrm>
            <a:off x="1547640" y="681120"/>
            <a:ext cx="3333240" cy="10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chemeClr val="lt1"/>
                </a:solidFill>
                <a:latin typeface="Calibri"/>
                <a:ea typeface="MS PGothic"/>
              </a:rPr>
              <a:t>TITLE GOES HERE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chemeClr val="lt1"/>
                </a:solidFill>
                <a:latin typeface="Calibri"/>
                <a:ea typeface="MS PGothic"/>
              </a:rPr>
              <a:t>(max 3 lines)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Content Placeholder 9"/>
          <p:cNvSpPr/>
          <p:nvPr/>
        </p:nvSpPr>
        <p:spPr>
          <a:xfrm>
            <a:off x="1484280" y="1914480"/>
            <a:ext cx="3460320" cy="41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Calibri"/>
                <a:ea typeface="MS PGothic"/>
              </a:rPr>
              <a:t>Use this slide to convey an example, case study or a message you would like to stand out.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Picture 2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256" name="Rectangle 3"/>
          <p:cNvSpPr/>
          <p:nvPr/>
        </p:nvSpPr>
        <p:spPr>
          <a:xfrm>
            <a:off x="0" y="1093680"/>
            <a:ext cx="5155920" cy="1766520"/>
          </a:xfrm>
          <a:prstGeom prst="rect">
            <a:avLst/>
          </a:prstGeom>
          <a:solidFill>
            <a:srgbClr val="f9f2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MS PGothic"/>
            </a:endParaRPr>
          </a:p>
        </p:txBody>
      </p:sp>
      <p:sp>
        <p:nvSpPr>
          <p:cNvPr id="257" name="Rectangle 4"/>
          <p:cNvSpPr/>
          <p:nvPr/>
        </p:nvSpPr>
        <p:spPr>
          <a:xfrm>
            <a:off x="6095880" y="3081240"/>
            <a:ext cx="6095520" cy="1766520"/>
          </a:xfrm>
          <a:prstGeom prst="rect">
            <a:avLst/>
          </a:prstGeom>
          <a:solidFill>
            <a:srgbClr val="f9f2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MS PGothic"/>
            </a:endParaRPr>
          </a:p>
        </p:txBody>
      </p:sp>
      <p:grpSp>
        <p:nvGrpSpPr>
          <p:cNvPr id="258" name="Graphic 228"/>
          <p:cNvGrpSpPr/>
          <p:nvPr/>
        </p:nvGrpSpPr>
        <p:grpSpPr>
          <a:xfrm>
            <a:off x="3719160" y="1577880"/>
            <a:ext cx="847080" cy="814320"/>
            <a:chOff x="3719160" y="1577880"/>
            <a:chExt cx="847080" cy="814320"/>
          </a:xfrm>
        </p:grpSpPr>
        <p:grpSp>
          <p:nvGrpSpPr>
            <p:cNvPr id="259" name="Graphic 228"/>
            <p:cNvGrpSpPr/>
            <p:nvPr/>
          </p:nvGrpSpPr>
          <p:grpSpPr>
            <a:xfrm>
              <a:off x="3719160" y="2295000"/>
              <a:ext cx="847080" cy="97200"/>
              <a:chOff x="3719160" y="2295000"/>
              <a:chExt cx="847080" cy="97200"/>
            </a:xfrm>
          </p:grpSpPr>
          <p:sp>
            <p:nvSpPr>
              <p:cNvPr id="260" name="Freeform: Shape 300"/>
              <p:cNvSpPr/>
              <p:nvPr/>
            </p:nvSpPr>
            <p:spPr>
              <a:xfrm>
                <a:off x="3719160" y="2297160"/>
                <a:ext cx="65520" cy="92880"/>
              </a:xfrm>
              <a:custGeom>
                <a:avLst/>
                <a:gdLst>
                  <a:gd name="textAreaLeft" fmla="*/ 0 w 65520"/>
                  <a:gd name="textAreaRight" fmla="*/ 65880 w 6552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83960" h="118479">
                    <a:moveTo>
                      <a:pt x="83961" y="34022"/>
                    </a:moveTo>
                    <a:cubicBezTo>
                      <a:pt x="83961" y="56709"/>
                      <a:pt x="67382" y="70068"/>
                      <a:pt x="47234" y="70068"/>
                    </a:cubicBezTo>
                    <a:lnTo>
                      <a:pt x="28778" y="70068"/>
                    </a:lnTo>
                    <a:lnTo>
                      <a:pt x="28778" y="107310"/>
                    </a:lnTo>
                    <a:lnTo>
                      <a:pt x="46203" y="107310"/>
                    </a:lnTo>
                    <a:lnTo>
                      <a:pt x="4620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381" y="0"/>
                    </a:lnTo>
                    <a:cubicBezTo>
                      <a:pt x="67713" y="18"/>
                      <a:pt x="83961" y="13046"/>
                      <a:pt x="83961" y="34022"/>
                    </a:cubicBezTo>
                    <a:close/>
                    <a:moveTo>
                      <a:pt x="69056" y="33856"/>
                    </a:moveTo>
                    <a:cubicBezTo>
                      <a:pt x="69056" y="19136"/>
                      <a:pt x="59746" y="10838"/>
                      <a:pt x="46203" y="10838"/>
                    </a:cubicBezTo>
                    <a:lnTo>
                      <a:pt x="28778" y="10838"/>
                    </a:lnTo>
                    <a:lnTo>
                      <a:pt x="28778" y="58899"/>
                    </a:lnTo>
                    <a:lnTo>
                      <a:pt x="46387" y="58899"/>
                    </a:lnTo>
                    <a:cubicBezTo>
                      <a:pt x="59580" y="58899"/>
                      <a:pt x="69056" y="49938"/>
                      <a:pt x="69056" y="3385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61" name="Freeform: Shape 301"/>
              <p:cNvSpPr/>
              <p:nvPr/>
            </p:nvSpPr>
            <p:spPr>
              <a:xfrm>
                <a:off x="3803040" y="2297160"/>
                <a:ext cx="77040" cy="92880"/>
              </a:xfrm>
              <a:custGeom>
                <a:avLst/>
                <a:gdLst>
                  <a:gd name="textAreaLeft" fmla="*/ 0 w 77040"/>
                  <a:gd name="textAreaRight" fmla="*/ 77400 w 7704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98330" h="118479">
                    <a:moveTo>
                      <a:pt x="98331" y="107310"/>
                    </a:moveTo>
                    <a:lnTo>
                      <a:pt x="98331" y="118479"/>
                    </a:lnTo>
                    <a:lnTo>
                      <a:pt x="73288" y="118479"/>
                    </a:lnTo>
                    <a:lnTo>
                      <a:pt x="44860" y="68044"/>
                    </a:lnTo>
                    <a:lnTo>
                      <a:pt x="28778" y="68044"/>
                    </a:lnTo>
                    <a:lnTo>
                      <a:pt x="28778" y="107310"/>
                    </a:lnTo>
                    <a:lnTo>
                      <a:pt x="42321" y="107310"/>
                    </a:lnTo>
                    <a:lnTo>
                      <a:pt x="42321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215" y="0"/>
                    </a:lnTo>
                    <a:cubicBezTo>
                      <a:pt x="66848" y="0"/>
                      <a:pt x="82765" y="14058"/>
                      <a:pt x="82765" y="32329"/>
                    </a:cubicBezTo>
                    <a:cubicBezTo>
                      <a:pt x="82765" y="47049"/>
                      <a:pt x="72773" y="59580"/>
                      <a:pt x="58568" y="64990"/>
                    </a:cubicBezTo>
                    <a:lnTo>
                      <a:pt x="83280" y="107310"/>
                    </a:lnTo>
                    <a:lnTo>
                      <a:pt x="98331" y="107310"/>
                    </a:lnTo>
                    <a:close/>
                    <a:moveTo>
                      <a:pt x="67860" y="32513"/>
                    </a:moveTo>
                    <a:cubicBezTo>
                      <a:pt x="67860" y="19320"/>
                      <a:pt x="58550" y="10856"/>
                      <a:pt x="45853" y="10856"/>
                    </a:cubicBezTo>
                    <a:lnTo>
                      <a:pt x="28760" y="10856"/>
                    </a:lnTo>
                    <a:lnTo>
                      <a:pt x="28760" y="57225"/>
                    </a:lnTo>
                    <a:lnTo>
                      <a:pt x="43830" y="57225"/>
                    </a:lnTo>
                    <a:cubicBezTo>
                      <a:pt x="58053" y="57206"/>
                      <a:pt x="67860" y="47730"/>
                      <a:pt x="67860" y="3251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62" name="Freeform: Shape 302"/>
              <p:cNvSpPr/>
              <p:nvPr/>
            </p:nvSpPr>
            <p:spPr>
              <a:xfrm>
                <a:off x="3894840" y="2295000"/>
                <a:ext cx="91080" cy="97200"/>
              </a:xfrm>
              <a:custGeom>
                <a:avLst/>
                <a:gdLst>
                  <a:gd name="textAreaLeft" fmla="*/ 0 w 91080"/>
                  <a:gd name="textAreaRight" fmla="*/ 91440 w 91080"/>
                  <a:gd name="textAreaTop" fmla="*/ 0 h 97200"/>
                  <a:gd name="textAreaBottom" fmla="*/ 97560 h 97200"/>
                </a:gdLst>
                <a:ahLst/>
                <a:rect l="textAreaLeft" t="textAreaTop" r="textAreaRight" b="textAreaBottom"/>
                <a:pathLst>
                  <a:path w="116105" h="123888">
                    <a:moveTo>
                      <a:pt x="0" y="60923"/>
                    </a:moveTo>
                    <a:cubicBezTo>
                      <a:pt x="0" y="26901"/>
                      <a:pt x="23184" y="0"/>
                      <a:pt x="58053" y="0"/>
                    </a:cubicBezTo>
                    <a:cubicBezTo>
                      <a:pt x="92921" y="0"/>
                      <a:pt x="116105" y="26920"/>
                      <a:pt x="116105" y="60923"/>
                    </a:cubicBezTo>
                    <a:cubicBezTo>
                      <a:pt x="116105" y="95957"/>
                      <a:pt x="93602" y="123889"/>
                      <a:pt x="58053" y="123889"/>
                    </a:cubicBezTo>
                    <a:cubicBezTo>
                      <a:pt x="22503" y="123870"/>
                      <a:pt x="0" y="95957"/>
                      <a:pt x="0" y="60923"/>
                    </a:cubicBezTo>
                    <a:close/>
                    <a:moveTo>
                      <a:pt x="100870" y="60923"/>
                    </a:moveTo>
                    <a:cubicBezTo>
                      <a:pt x="100870" y="32826"/>
                      <a:pt x="84291" y="12862"/>
                      <a:pt x="58053" y="12862"/>
                    </a:cubicBezTo>
                    <a:cubicBezTo>
                      <a:pt x="31814" y="12862"/>
                      <a:pt x="15235" y="32826"/>
                      <a:pt x="15235" y="60923"/>
                    </a:cubicBezTo>
                    <a:cubicBezTo>
                      <a:pt x="15235" y="89701"/>
                      <a:pt x="31814" y="111027"/>
                      <a:pt x="58053" y="111027"/>
                    </a:cubicBezTo>
                    <a:cubicBezTo>
                      <a:pt x="84273" y="111009"/>
                      <a:pt x="100870" y="89683"/>
                      <a:pt x="100870" y="6092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63" name="Freeform: Shape 303"/>
              <p:cNvSpPr/>
              <p:nvPr/>
            </p:nvSpPr>
            <p:spPr>
              <a:xfrm>
                <a:off x="4008960" y="2295000"/>
                <a:ext cx="56880" cy="96840"/>
              </a:xfrm>
              <a:custGeom>
                <a:avLst/>
                <a:gdLst>
                  <a:gd name="textAreaLeft" fmla="*/ 0 w 56880"/>
                  <a:gd name="textAreaRight" fmla="*/ 57240 w 56880"/>
                  <a:gd name="textAreaTop" fmla="*/ 0 h 96840"/>
                  <a:gd name="textAreaBottom" fmla="*/ 97200 h 96840"/>
                </a:gdLst>
                <a:ahLst/>
                <a:rect l="textAreaLeft" t="textAreaTop" r="textAreaRight" b="textAreaBottom"/>
                <a:pathLst>
                  <a:path w="72754" h="123539">
                    <a:moveTo>
                      <a:pt x="72755" y="89517"/>
                    </a:moveTo>
                    <a:cubicBezTo>
                      <a:pt x="72755" y="108469"/>
                      <a:pt x="60224" y="123539"/>
                      <a:pt x="39082" y="123539"/>
                    </a:cubicBezTo>
                    <a:cubicBezTo>
                      <a:pt x="27416" y="123539"/>
                      <a:pt x="18271" y="118295"/>
                      <a:pt x="12181" y="109831"/>
                    </a:cubicBezTo>
                    <a:lnTo>
                      <a:pt x="12181" y="121166"/>
                    </a:lnTo>
                    <a:lnTo>
                      <a:pt x="0" y="121166"/>
                    </a:lnTo>
                    <a:lnTo>
                      <a:pt x="0" y="86481"/>
                    </a:lnTo>
                    <a:lnTo>
                      <a:pt x="10488" y="86481"/>
                    </a:lnTo>
                    <a:cubicBezTo>
                      <a:pt x="13874" y="100870"/>
                      <a:pt x="23515" y="111524"/>
                      <a:pt x="37904" y="111524"/>
                    </a:cubicBezTo>
                    <a:cubicBezTo>
                      <a:pt x="49920" y="111524"/>
                      <a:pt x="58550" y="103741"/>
                      <a:pt x="58550" y="92056"/>
                    </a:cubicBezTo>
                    <a:cubicBezTo>
                      <a:pt x="58550" y="65155"/>
                      <a:pt x="663" y="67179"/>
                      <a:pt x="663" y="30968"/>
                    </a:cubicBezTo>
                    <a:cubicBezTo>
                      <a:pt x="663" y="13708"/>
                      <a:pt x="12843" y="0"/>
                      <a:pt x="31464" y="0"/>
                    </a:cubicBezTo>
                    <a:cubicBezTo>
                      <a:pt x="41787" y="0"/>
                      <a:pt x="50251" y="5078"/>
                      <a:pt x="56010" y="12862"/>
                    </a:cubicBezTo>
                    <a:lnTo>
                      <a:pt x="56010" y="2705"/>
                    </a:lnTo>
                    <a:lnTo>
                      <a:pt x="68191" y="2705"/>
                    </a:lnTo>
                    <a:lnTo>
                      <a:pt x="68191" y="35880"/>
                    </a:lnTo>
                    <a:lnTo>
                      <a:pt x="57703" y="35880"/>
                    </a:lnTo>
                    <a:cubicBezTo>
                      <a:pt x="55164" y="21823"/>
                      <a:pt x="46185" y="11850"/>
                      <a:pt x="32992" y="11850"/>
                    </a:cubicBezTo>
                    <a:cubicBezTo>
                      <a:pt x="21473" y="11850"/>
                      <a:pt x="14720" y="19964"/>
                      <a:pt x="14720" y="29440"/>
                    </a:cubicBezTo>
                    <a:cubicBezTo>
                      <a:pt x="14702" y="54483"/>
                      <a:pt x="72755" y="52790"/>
                      <a:pt x="72755" y="8951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64" name="Freeform: Shape 304"/>
              <p:cNvSpPr/>
              <p:nvPr/>
            </p:nvSpPr>
            <p:spPr>
              <a:xfrm>
                <a:off x="4086360" y="2297160"/>
                <a:ext cx="65520" cy="92880"/>
              </a:xfrm>
              <a:custGeom>
                <a:avLst/>
                <a:gdLst>
                  <a:gd name="textAreaLeft" fmla="*/ 0 w 65520"/>
                  <a:gd name="textAreaRight" fmla="*/ 65880 w 6552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83960" h="118479">
                    <a:moveTo>
                      <a:pt x="83961" y="34022"/>
                    </a:moveTo>
                    <a:cubicBezTo>
                      <a:pt x="83961" y="56709"/>
                      <a:pt x="67382" y="70068"/>
                      <a:pt x="47234" y="70068"/>
                    </a:cubicBezTo>
                    <a:lnTo>
                      <a:pt x="28778" y="70068"/>
                    </a:lnTo>
                    <a:lnTo>
                      <a:pt x="28778" y="107310"/>
                    </a:lnTo>
                    <a:lnTo>
                      <a:pt x="46203" y="107310"/>
                    </a:lnTo>
                    <a:lnTo>
                      <a:pt x="4620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381" y="0"/>
                    </a:lnTo>
                    <a:cubicBezTo>
                      <a:pt x="67713" y="18"/>
                      <a:pt x="83961" y="13046"/>
                      <a:pt x="83961" y="34022"/>
                    </a:cubicBezTo>
                    <a:close/>
                    <a:moveTo>
                      <a:pt x="69074" y="33856"/>
                    </a:moveTo>
                    <a:cubicBezTo>
                      <a:pt x="69074" y="19136"/>
                      <a:pt x="59764" y="10838"/>
                      <a:pt x="46221" y="10838"/>
                    </a:cubicBezTo>
                    <a:lnTo>
                      <a:pt x="28796" y="10838"/>
                    </a:lnTo>
                    <a:lnTo>
                      <a:pt x="28796" y="58899"/>
                    </a:lnTo>
                    <a:lnTo>
                      <a:pt x="46405" y="58899"/>
                    </a:lnTo>
                    <a:cubicBezTo>
                      <a:pt x="59599" y="58899"/>
                      <a:pt x="69074" y="49938"/>
                      <a:pt x="69074" y="3385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65" name="Freeform: Shape 305"/>
              <p:cNvSpPr/>
              <p:nvPr/>
            </p:nvSpPr>
            <p:spPr>
              <a:xfrm>
                <a:off x="4170600" y="2297160"/>
                <a:ext cx="61200" cy="9288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78182" h="118479">
                    <a:moveTo>
                      <a:pt x="78183" y="87843"/>
                    </a:moveTo>
                    <a:lnTo>
                      <a:pt x="7818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77852" y="0"/>
                    </a:lnTo>
                    <a:lnTo>
                      <a:pt x="77852" y="28263"/>
                    </a:lnTo>
                    <a:lnTo>
                      <a:pt x="64990" y="28263"/>
                    </a:lnTo>
                    <a:lnTo>
                      <a:pt x="64990" y="11169"/>
                    </a:lnTo>
                    <a:lnTo>
                      <a:pt x="28778" y="11169"/>
                    </a:lnTo>
                    <a:lnTo>
                      <a:pt x="28778" y="50766"/>
                    </a:lnTo>
                    <a:lnTo>
                      <a:pt x="64824" y="50766"/>
                    </a:lnTo>
                    <a:lnTo>
                      <a:pt x="64824" y="62616"/>
                    </a:lnTo>
                    <a:lnTo>
                      <a:pt x="28778" y="62616"/>
                    </a:lnTo>
                    <a:lnTo>
                      <a:pt x="28778" y="107292"/>
                    </a:lnTo>
                    <a:lnTo>
                      <a:pt x="65339" y="107292"/>
                    </a:lnTo>
                    <a:lnTo>
                      <a:pt x="65339" y="87824"/>
                    </a:lnTo>
                    <a:lnTo>
                      <a:pt x="78183" y="87824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66" name="Freeform: Shape 306"/>
              <p:cNvSpPr/>
              <p:nvPr/>
            </p:nvSpPr>
            <p:spPr>
              <a:xfrm>
                <a:off x="4253760" y="2297160"/>
                <a:ext cx="77040" cy="92880"/>
              </a:xfrm>
              <a:custGeom>
                <a:avLst/>
                <a:gdLst>
                  <a:gd name="textAreaLeft" fmla="*/ 0 w 77040"/>
                  <a:gd name="textAreaRight" fmla="*/ 77400 w 7704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98349" h="118479">
                    <a:moveTo>
                      <a:pt x="98349" y="107310"/>
                    </a:moveTo>
                    <a:lnTo>
                      <a:pt x="98349" y="118479"/>
                    </a:lnTo>
                    <a:lnTo>
                      <a:pt x="73288" y="118479"/>
                    </a:lnTo>
                    <a:lnTo>
                      <a:pt x="44860" y="68044"/>
                    </a:lnTo>
                    <a:lnTo>
                      <a:pt x="28778" y="68044"/>
                    </a:lnTo>
                    <a:lnTo>
                      <a:pt x="28778" y="107310"/>
                    </a:lnTo>
                    <a:lnTo>
                      <a:pt x="42320" y="107310"/>
                    </a:lnTo>
                    <a:lnTo>
                      <a:pt x="42320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4" y="107310"/>
                    </a:lnTo>
                    <a:lnTo>
                      <a:pt x="14554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215" y="0"/>
                    </a:lnTo>
                    <a:cubicBezTo>
                      <a:pt x="66848" y="0"/>
                      <a:pt x="82764" y="14058"/>
                      <a:pt x="82764" y="32329"/>
                    </a:cubicBezTo>
                    <a:cubicBezTo>
                      <a:pt x="82764" y="47049"/>
                      <a:pt x="72773" y="59580"/>
                      <a:pt x="58568" y="64990"/>
                    </a:cubicBezTo>
                    <a:lnTo>
                      <a:pt x="83280" y="107310"/>
                    </a:lnTo>
                    <a:lnTo>
                      <a:pt x="98349" y="107310"/>
                    </a:lnTo>
                    <a:close/>
                    <a:moveTo>
                      <a:pt x="67878" y="32513"/>
                    </a:moveTo>
                    <a:cubicBezTo>
                      <a:pt x="67878" y="19320"/>
                      <a:pt x="58568" y="10856"/>
                      <a:pt x="45871" y="10856"/>
                    </a:cubicBezTo>
                    <a:lnTo>
                      <a:pt x="28778" y="10856"/>
                    </a:lnTo>
                    <a:lnTo>
                      <a:pt x="28778" y="57225"/>
                    </a:lnTo>
                    <a:lnTo>
                      <a:pt x="43848" y="57225"/>
                    </a:lnTo>
                    <a:cubicBezTo>
                      <a:pt x="58053" y="57206"/>
                      <a:pt x="67878" y="47730"/>
                      <a:pt x="67878" y="3251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67" name="Freeform: Shape 307"/>
              <p:cNvSpPr/>
              <p:nvPr/>
            </p:nvSpPr>
            <p:spPr>
              <a:xfrm>
                <a:off x="4345920" y="2297160"/>
                <a:ext cx="33840" cy="92880"/>
              </a:xfrm>
              <a:custGeom>
                <a:avLst/>
                <a:gdLst>
                  <a:gd name="textAreaLeft" fmla="*/ 0 w 33840"/>
                  <a:gd name="textAreaRight" fmla="*/ 34200 w 3384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43332" h="118479">
                    <a:moveTo>
                      <a:pt x="28778" y="11169"/>
                    </a:moveTo>
                    <a:lnTo>
                      <a:pt x="28778" y="107310"/>
                    </a:lnTo>
                    <a:lnTo>
                      <a:pt x="43333" y="107310"/>
                    </a:lnTo>
                    <a:lnTo>
                      <a:pt x="4333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4" y="107310"/>
                    </a:lnTo>
                    <a:lnTo>
                      <a:pt x="14554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3333" y="0"/>
                    </a:lnTo>
                    <a:lnTo>
                      <a:pt x="43333" y="11169"/>
                    </a:lnTo>
                    <a:lnTo>
                      <a:pt x="28778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68" name="Freeform: Shape 308"/>
              <p:cNvSpPr/>
              <p:nvPr/>
            </p:nvSpPr>
            <p:spPr>
              <a:xfrm>
                <a:off x="4397400" y="2297160"/>
                <a:ext cx="72360" cy="92880"/>
              </a:xfrm>
              <a:custGeom>
                <a:avLst/>
                <a:gdLst>
                  <a:gd name="textAreaLeft" fmla="*/ 0 w 72360"/>
                  <a:gd name="textAreaRight" fmla="*/ 72720 w 723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92424" h="118479">
                    <a:moveTo>
                      <a:pt x="92425" y="33176"/>
                    </a:moveTo>
                    <a:lnTo>
                      <a:pt x="79563" y="33176"/>
                    </a:lnTo>
                    <a:lnTo>
                      <a:pt x="79563" y="11169"/>
                    </a:lnTo>
                    <a:lnTo>
                      <a:pt x="53324" y="11169"/>
                    </a:lnTo>
                    <a:lnTo>
                      <a:pt x="53324" y="107310"/>
                    </a:lnTo>
                    <a:lnTo>
                      <a:pt x="68891" y="107310"/>
                    </a:lnTo>
                    <a:lnTo>
                      <a:pt x="68891" y="118479"/>
                    </a:lnTo>
                    <a:lnTo>
                      <a:pt x="23534" y="118479"/>
                    </a:lnTo>
                    <a:lnTo>
                      <a:pt x="23534" y="107310"/>
                    </a:lnTo>
                    <a:lnTo>
                      <a:pt x="39101" y="107310"/>
                    </a:lnTo>
                    <a:lnTo>
                      <a:pt x="39101" y="11169"/>
                    </a:lnTo>
                    <a:lnTo>
                      <a:pt x="12862" y="11169"/>
                    </a:lnTo>
                    <a:lnTo>
                      <a:pt x="12862" y="33176"/>
                    </a:lnTo>
                    <a:lnTo>
                      <a:pt x="0" y="33176"/>
                    </a:lnTo>
                    <a:lnTo>
                      <a:pt x="0" y="0"/>
                    </a:lnTo>
                    <a:lnTo>
                      <a:pt x="92406" y="0"/>
                    </a:lnTo>
                    <a:lnTo>
                      <a:pt x="92406" y="33176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69" name="Freeform: Shape 309"/>
              <p:cNvSpPr/>
              <p:nvPr/>
            </p:nvSpPr>
            <p:spPr>
              <a:xfrm>
                <a:off x="4482360" y="2297160"/>
                <a:ext cx="83880" cy="92880"/>
              </a:xfrm>
              <a:custGeom>
                <a:avLst/>
                <a:gdLst>
                  <a:gd name="textAreaLeft" fmla="*/ 0 w 83880"/>
                  <a:gd name="textAreaRight" fmla="*/ 84240 w 8388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06960" h="118479">
                    <a:moveTo>
                      <a:pt x="61089" y="67529"/>
                    </a:moveTo>
                    <a:lnTo>
                      <a:pt x="61089" y="107310"/>
                    </a:lnTo>
                    <a:lnTo>
                      <a:pt x="76821" y="107310"/>
                    </a:lnTo>
                    <a:lnTo>
                      <a:pt x="76821" y="118479"/>
                    </a:lnTo>
                    <a:lnTo>
                      <a:pt x="31134" y="118479"/>
                    </a:lnTo>
                    <a:lnTo>
                      <a:pt x="31134" y="107292"/>
                    </a:lnTo>
                    <a:lnTo>
                      <a:pt x="46865" y="107292"/>
                    </a:lnTo>
                    <a:lnTo>
                      <a:pt x="46865" y="67860"/>
                    </a:lnTo>
                    <a:lnTo>
                      <a:pt x="13028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1805" y="0"/>
                    </a:lnTo>
                    <a:lnTo>
                      <a:pt x="41805" y="10838"/>
                    </a:lnTo>
                    <a:lnTo>
                      <a:pt x="28613" y="10838"/>
                    </a:lnTo>
                    <a:lnTo>
                      <a:pt x="54851" y="54501"/>
                    </a:lnTo>
                    <a:lnTo>
                      <a:pt x="80410" y="10838"/>
                    </a:lnTo>
                    <a:lnTo>
                      <a:pt x="67363" y="10838"/>
                    </a:lnTo>
                    <a:lnTo>
                      <a:pt x="67363" y="0"/>
                    </a:lnTo>
                    <a:lnTo>
                      <a:pt x="106961" y="0"/>
                    </a:lnTo>
                    <a:lnTo>
                      <a:pt x="106961" y="11169"/>
                    </a:lnTo>
                    <a:lnTo>
                      <a:pt x="93933" y="11169"/>
                    </a:lnTo>
                    <a:lnTo>
                      <a:pt x="61089" y="6752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  <p:sp>
          <p:nvSpPr>
            <p:cNvPr id="270" name="Freeform: Shape 310"/>
            <p:cNvSpPr/>
            <p:nvPr/>
          </p:nvSpPr>
          <p:spPr>
            <a:xfrm>
              <a:off x="3857040" y="2151720"/>
              <a:ext cx="567360" cy="8640"/>
            </a:xfrm>
            <a:custGeom>
              <a:avLst/>
              <a:gdLst>
                <a:gd name="textAreaLeft" fmla="*/ 0 w 567360"/>
                <a:gd name="textAreaRight" fmla="*/ 567720 w 567360"/>
                <a:gd name="textAreaTop" fmla="*/ 0 h 8640"/>
                <a:gd name="textAreaBottom" fmla="*/ 9000 h 8640"/>
              </a:gdLst>
              <a:ahLst/>
              <a:rect l="textAreaLeft" t="textAreaTop" r="textAreaRight" b="textAreaBottom"/>
              <a:pathLst>
                <a:path w="722154" h="11279">
                  <a:moveTo>
                    <a:pt x="0" y="0"/>
                  </a:moveTo>
                  <a:lnTo>
                    <a:pt x="722154" y="0"/>
                  </a:lnTo>
                  <a:lnTo>
                    <a:pt x="722154" y="11279"/>
                  </a:lnTo>
                  <a:lnTo>
                    <a:pt x="0" y="11279"/>
                  </a:ln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0" bIns="-36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271" name="Freeform: Shape 311"/>
            <p:cNvSpPr/>
            <p:nvPr/>
          </p:nvSpPr>
          <p:spPr>
            <a:xfrm>
              <a:off x="3964320" y="1577880"/>
              <a:ext cx="132840" cy="13284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132840"/>
                <a:gd name="textAreaBottom" fmla="*/ 133200 h 132840"/>
              </a:gdLst>
              <a:ahLst/>
              <a:rect l="textAreaLeft" t="textAreaTop" r="textAreaRight" b="textAreaBottom"/>
              <a:pathLst>
                <a:path w="169521" h="169521">
                  <a:moveTo>
                    <a:pt x="84752" y="169521"/>
                  </a:moveTo>
                  <a:cubicBezTo>
                    <a:pt x="38015" y="169521"/>
                    <a:pt x="0" y="131507"/>
                    <a:pt x="0" y="84752"/>
                  </a:cubicBezTo>
                  <a:cubicBezTo>
                    <a:pt x="0" y="37997"/>
                    <a:pt x="38015" y="0"/>
                    <a:pt x="84752" y="0"/>
                  </a:cubicBezTo>
                  <a:cubicBezTo>
                    <a:pt x="131488" y="0"/>
                    <a:pt x="169522" y="38015"/>
                    <a:pt x="169522" y="84770"/>
                  </a:cubicBezTo>
                  <a:cubicBezTo>
                    <a:pt x="169522" y="131525"/>
                    <a:pt x="131488" y="169521"/>
                    <a:pt x="84752" y="169521"/>
                  </a:cubicBezTo>
                  <a:close/>
                  <a:moveTo>
                    <a:pt x="84752" y="11279"/>
                  </a:moveTo>
                  <a:cubicBezTo>
                    <a:pt x="44235" y="11279"/>
                    <a:pt x="11279" y="44234"/>
                    <a:pt x="11279" y="84752"/>
                  </a:cubicBezTo>
                  <a:cubicBezTo>
                    <a:pt x="11279" y="125269"/>
                    <a:pt x="44235" y="158224"/>
                    <a:pt x="84752" y="158224"/>
                  </a:cubicBezTo>
                  <a:cubicBezTo>
                    <a:pt x="125269" y="158224"/>
                    <a:pt x="158224" y="125269"/>
                    <a:pt x="158224" y="84752"/>
                  </a:cubicBezTo>
                  <a:cubicBezTo>
                    <a:pt x="158224" y="44234"/>
                    <a:pt x="125269" y="11279"/>
                    <a:pt x="84752" y="11279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272" name="Freeform: Shape 312"/>
            <p:cNvSpPr/>
            <p:nvPr/>
          </p:nvSpPr>
          <p:spPr>
            <a:xfrm>
              <a:off x="4177080" y="1577880"/>
              <a:ext cx="132840" cy="13284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132840"/>
                <a:gd name="textAreaBottom" fmla="*/ 133200 h 132840"/>
              </a:gdLst>
              <a:ahLst/>
              <a:rect l="textAreaLeft" t="textAreaTop" r="textAreaRight" b="textAreaBottom"/>
              <a:pathLst>
                <a:path w="169521" h="169521">
                  <a:moveTo>
                    <a:pt x="84770" y="169521"/>
                  </a:moveTo>
                  <a:cubicBezTo>
                    <a:pt x="38033" y="169521"/>
                    <a:pt x="0" y="131507"/>
                    <a:pt x="0" y="84752"/>
                  </a:cubicBezTo>
                  <a:cubicBezTo>
                    <a:pt x="0" y="37997"/>
                    <a:pt x="38033" y="0"/>
                    <a:pt x="84770" y="0"/>
                  </a:cubicBezTo>
                  <a:cubicBezTo>
                    <a:pt x="131507" y="0"/>
                    <a:pt x="169521" y="38015"/>
                    <a:pt x="169521" y="84770"/>
                  </a:cubicBezTo>
                  <a:cubicBezTo>
                    <a:pt x="169521" y="131525"/>
                    <a:pt x="131507" y="169521"/>
                    <a:pt x="84770" y="169521"/>
                  </a:cubicBezTo>
                  <a:close/>
                  <a:moveTo>
                    <a:pt x="84770" y="11279"/>
                  </a:moveTo>
                  <a:cubicBezTo>
                    <a:pt x="44253" y="11279"/>
                    <a:pt x="11297" y="44234"/>
                    <a:pt x="11297" y="84752"/>
                  </a:cubicBezTo>
                  <a:cubicBezTo>
                    <a:pt x="11297" y="125269"/>
                    <a:pt x="44253" y="158224"/>
                    <a:pt x="84770" y="158224"/>
                  </a:cubicBezTo>
                  <a:cubicBezTo>
                    <a:pt x="125287" y="158224"/>
                    <a:pt x="158242" y="125269"/>
                    <a:pt x="158242" y="84752"/>
                  </a:cubicBezTo>
                  <a:cubicBezTo>
                    <a:pt x="158242" y="44234"/>
                    <a:pt x="125269" y="11279"/>
                    <a:pt x="84770" y="11279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273" name="Freeform: Shape 313"/>
            <p:cNvSpPr/>
            <p:nvPr/>
          </p:nvSpPr>
          <p:spPr>
            <a:xfrm>
              <a:off x="4213800" y="1653120"/>
              <a:ext cx="59040" cy="23040"/>
            </a:xfrm>
            <a:custGeom>
              <a:avLst/>
              <a:gdLst>
                <a:gd name="textAreaLeft" fmla="*/ 0 w 59040"/>
                <a:gd name="textAreaRight" fmla="*/ 59400 w 59040"/>
                <a:gd name="textAreaTop" fmla="*/ 0 h 23040"/>
                <a:gd name="textAreaBottom" fmla="*/ 23400 h 23040"/>
              </a:gdLst>
              <a:ahLst/>
              <a:rect l="textAreaLeft" t="textAreaTop" r="textAreaRight" b="textAreaBottom"/>
              <a:pathLst>
                <a:path w="75477" h="29863">
                  <a:moveTo>
                    <a:pt x="37739" y="29864"/>
                  </a:moveTo>
                  <a:cubicBezTo>
                    <a:pt x="20976" y="29864"/>
                    <a:pt x="6164" y="19762"/>
                    <a:pt x="0" y="4140"/>
                  </a:cubicBezTo>
                  <a:lnTo>
                    <a:pt x="10506" y="0"/>
                  </a:lnTo>
                  <a:cubicBezTo>
                    <a:pt x="14941" y="11279"/>
                    <a:pt x="25632" y="18584"/>
                    <a:pt x="37739" y="18584"/>
                  </a:cubicBezTo>
                  <a:cubicBezTo>
                    <a:pt x="49846" y="18584"/>
                    <a:pt x="60518" y="11298"/>
                    <a:pt x="64971" y="0"/>
                  </a:cubicBezTo>
                  <a:lnTo>
                    <a:pt x="75478" y="4140"/>
                  </a:lnTo>
                  <a:cubicBezTo>
                    <a:pt x="69314" y="19762"/>
                    <a:pt x="54502" y="29864"/>
                    <a:pt x="37739" y="29864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274" name="Freeform: Shape 314"/>
            <p:cNvSpPr/>
            <p:nvPr/>
          </p:nvSpPr>
          <p:spPr>
            <a:xfrm>
              <a:off x="4001400" y="1653120"/>
              <a:ext cx="59040" cy="23040"/>
            </a:xfrm>
            <a:custGeom>
              <a:avLst/>
              <a:gdLst>
                <a:gd name="textAreaLeft" fmla="*/ 0 w 59040"/>
                <a:gd name="textAreaRight" fmla="*/ 59400 w 59040"/>
                <a:gd name="textAreaTop" fmla="*/ 0 h 23040"/>
                <a:gd name="textAreaBottom" fmla="*/ 23400 h 23040"/>
              </a:gdLst>
              <a:ahLst/>
              <a:rect l="textAreaLeft" t="textAreaTop" r="textAreaRight" b="textAreaBottom"/>
              <a:pathLst>
                <a:path w="75477" h="29863">
                  <a:moveTo>
                    <a:pt x="37739" y="29864"/>
                  </a:moveTo>
                  <a:cubicBezTo>
                    <a:pt x="20976" y="29864"/>
                    <a:pt x="6164" y="19762"/>
                    <a:pt x="0" y="4140"/>
                  </a:cubicBezTo>
                  <a:lnTo>
                    <a:pt x="10506" y="0"/>
                  </a:lnTo>
                  <a:cubicBezTo>
                    <a:pt x="14941" y="11279"/>
                    <a:pt x="25631" y="18584"/>
                    <a:pt x="37739" y="18584"/>
                  </a:cubicBezTo>
                  <a:cubicBezTo>
                    <a:pt x="49846" y="18584"/>
                    <a:pt x="60536" y="11298"/>
                    <a:pt x="64971" y="0"/>
                  </a:cubicBezTo>
                  <a:lnTo>
                    <a:pt x="75478" y="4140"/>
                  </a:lnTo>
                  <a:cubicBezTo>
                    <a:pt x="69314" y="19762"/>
                    <a:pt x="54520" y="29864"/>
                    <a:pt x="37739" y="29864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275" name="Freeform: Shape 315"/>
            <p:cNvSpPr/>
            <p:nvPr/>
          </p:nvSpPr>
          <p:spPr>
            <a:xfrm>
              <a:off x="4011120" y="1880280"/>
              <a:ext cx="264600" cy="279720"/>
            </a:xfrm>
            <a:custGeom>
              <a:avLst/>
              <a:gdLst>
                <a:gd name="textAreaLeft" fmla="*/ 0 w 264600"/>
                <a:gd name="textAreaRight" fmla="*/ 264960 w 264600"/>
                <a:gd name="textAreaTop" fmla="*/ 0 h 279720"/>
                <a:gd name="textAreaBottom" fmla="*/ 280080 h 279720"/>
              </a:gdLst>
              <a:ahLst/>
              <a:rect l="textAreaLeft" t="textAreaTop" r="textAreaRight" b="textAreaBottom"/>
              <a:pathLst>
                <a:path w="337074" h="356265">
                  <a:moveTo>
                    <a:pt x="252562" y="356266"/>
                  </a:moveTo>
                  <a:lnTo>
                    <a:pt x="184867" y="356266"/>
                  </a:lnTo>
                  <a:lnTo>
                    <a:pt x="184867" y="215228"/>
                  </a:lnTo>
                  <a:lnTo>
                    <a:pt x="151066" y="215228"/>
                  </a:lnTo>
                  <a:lnTo>
                    <a:pt x="151029" y="356266"/>
                  </a:lnTo>
                  <a:lnTo>
                    <a:pt x="77686" y="356266"/>
                  </a:lnTo>
                  <a:lnTo>
                    <a:pt x="77686" y="131249"/>
                  </a:lnTo>
                  <a:cubicBezTo>
                    <a:pt x="77686" y="130863"/>
                    <a:pt x="77704" y="130476"/>
                    <a:pt x="77778" y="130090"/>
                  </a:cubicBezTo>
                  <a:lnTo>
                    <a:pt x="0" y="44105"/>
                  </a:lnTo>
                  <a:lnTo>
                    <a:pt x="48246" y="55"/>
                  </a:lnTo>
                  <a:lnTo>
                    <a:pt x="96160" y="53379"/>
                  </a:lnTo>
                  <a:cubicBezTo>
                    <a:pt x="98809" y="56342"/>
                    <a:pt x="101864" y="59157"/>
                    <a:pt x="104219" y="61254"/>
                  </a:cubicBezTo>
                  <a:cubicBezTo>
                    <a:pt x="122086" y="77189"/>
                    <a:pt x="145141" y="85966"/>
                    <a:pt x="169098" y="85966"/>
                  </a:cubicBezTo>
                  <a:cubicBezTo>
                    <a:pt x="196901" y="85966"/>
                    <a:pt x="223416" y="74079"/>
                    <a:pt x="241890" y="53379"/>
                  </a:cubicBezTo>
                  <a:lnTo>
                    <a:pt x="289510" y="0"/>
                  </a:lnTo>
                  <a:lnTo>
                    <a:pt x="337074" y="44234"/>
                  </a:lnTo>
                  <a:lnTo>
                    <a:pt x="252562" y="134322"/>
                  </a:lnTo>
                  <a:lnTo>
                    <a:pt x="252562" y="356266"/>
                  </a:lnTo>
                  <a:close/>
                  <a:moveTo>
                    <a:pt x="196147" y="344968"/>
                  </a:moveTo>
                  <a:lnTo>
                    <a:pt x="241283" y="344968"/>
                  </a:lnTo>
                  <a:lnTo>
                    <a:pt x="241283" y="131231"/>
                  </a:lnTo>
                  <a:cubicBezTo>
                    <a:pt x="241283" y="130255"/>
                    <a:pt x="241577" y="127293"/>
                    <a:pt x="244963" y="125931"/>
                  </a:cubicBezTo>
                  <a:lnTo>
                    <a:pt x="321084" y="44786"/>
                  </a:lnTo>
                  <a:lnTo>
                    <a:pt x="290246" y="16119"/>
                  </a:lnTo>
                  <a:lnTo>
                    <a:pt x="250298" y="60905"/>
                  </a:lnTo>
                  <a:cubicBezTo>
                    <a:pt x="229690" y="83997"/>
                    <a:pt x="200103" y="97245"/>
                    <a:pt x="169098" y="97264"/>
                  </a:cubicBezTo>
                  <a:cubicBezTo>
                    <a:pt x="142363" y="97264"/>
                    <a:pt x="116640" y="87475"/>
                    <a:pt x="96712" y="69682"/>
                  </a:cubicBezTo>
                  <a:cubicBezTo>
                    <a:pt x="94118" y="67363"/>
                    <a:pt x="90769" y="64290"/>
                    <a:pt x="87751" y="60905"/>
                  </a:cubicBezTo>
                  <a:lnTo>
                    <a:pt x="47436" y="16063"/>
                  </a:lnTo>
                  <a:lnTo>
                    <a:pt x="15880" y="44878"/>
                  </a:lnTo>
                  <a:lnTo>
                    <a:pt x="92609" y="129685"/>
                  </a:lnTo>
                  <a:lnTo>
                    <a:pt x="91321" y="132960"/>
                  </a:lnTo>
                  <a:cubicBezTo>
                    <a:pt x="90769" y="134359"/>
                    <a:pt x="89885" y="135205"/>
                    <a:pt x="88947" y="135739"/>
                  </a:cubicBezTo>
                  <a:lnTo>
                    <a:pt x="88947" y="344986"/>
                  </a:lnTo>
                  <a:lnTo>
                    <a:pt x="139731" y="344986"/>
                  </a:lnTo>
                  <a:lnTo>
                    <a:pt x="139731" y="211676"/>
                  </a:lnTo>
                  <a:cubicBezTo>
                    <a:pt x="139731" y="208696"/>
                    <a:pt x="141443" y="203948"/>
                    <a:pt x="146061" y="203948"/>
                  </a:cubicBezTo>
                  <a:lnTo>
                    <a:pt x="195613" y="203948"/>
                  </a:lnTo>
                  <a:lnTo>
                    <a:pt x="197159" y="207242"/>
                  </a:lnTo>
                  <a:cubicBezTo>
                    <a:pt x="198447" y="210057"/>
                    <a:pt x="197141" y="212302"/>
                    <a:pt x="196147" y="213590"/>
                  </a:cubicBezTo>
                  <a:lnTo>
                    <a:pt x="196147" y="344968"/>
                  </a:ln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grpSp>
          <p:nvGrpSpPr>
            <p:cNvPr id="276" name="Graphic 228"/>
            <p:cNvGrpSpPr/>
            <p:nvPr/>
          </p:nvGrpSpPr>
          <p:grpSpPr>
            <a:xfrm>
              <a:off x="3900240" y="1747800"/>
              <a:ext cx="481680" cy="412200"/>
              <a:chOff x="3900240" y="1747800"/>
              <a:chExt cx="481680" cy="412200"/>
            </a:xfrm>
          </p:grpSpPr>
          <p:sp>
            <p:nvSpPr>
              <p:cNvPr id="277" name="Freeform: Shape 317"/>
              <p:cNvSpPr/>
              <p:nvPr/>
            </p:nvSpPr>
            <p:spPr>
              <a:xfrm>
                <a:off x="4125600" y="2045160"/>
                <a:ext cx="36360" cy="3960"/>
              </a:xfrm>
              <a:custGeom>
                <a:avLst/>
                <a:gdLst>
                  <a:gd name="textAreaLeft" fmla="*/ 0 w 36360"/>
                  <a:gd name="textAreaRight" fmla="*/ 36720 w 36360"/>
                  <a:gd name="textAreaTop" fmla="*/ 0 h 3960"/>
                  <a:gd name="textAreaBottom" fmla="*/ 4320 h 3960"/>
                </a:gdLst>
                <a:ahLst/>
                <a:rect l="textAreaLeft" t="textAreaTop" r="textAreaRight" b="textAreaBottom"/>
                <a:pathLst>
                  <a:path w="46677" h="5630">
                    <a:moveTo>
                      <a:pt x="700" y="0"/>
                    </a:moveTo>
                    <a:cubicBezTo>
                      <a:pt x="405" y="0"/>
                      <a:pt x="0" y="1803"/>
                      <a:pt x="0" y="2079"/>
                    </a:cubicBezTo>
                    <a:lnTo>
                      <a:pt x="0" y="5630"/>
                    </a:lnTo>
                    <a:lnTo>
                      <a:pt x="45136" y="5630"/>
                    </a:lnTo>
                    <a:lnTo>
                      <a:pt x="45136" y="2079"/>
                    </a:lnTo>
                    <a:cubicBezTo>
                      <a:pt x="45136" y="1785"/>
                      <a:pt x="46939" y="0"/>
                      <a:pt x="46645" y="0"/>
                    </a:cubicBez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0680" bIns="-406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78" name="Freeform: Shape 318"/>
              <p:cNvSpPr/>
              <p:nvPr/>
            </p:nvSpPr>
            <p:spPr>
              <a:xfrm>
                <a:off x="3900240" y="1747800"/>
                <a:ext cx="241560" cy="412200"/>
              </a:xfrm>
              <a:custGeom>
                <a:avLst/>
                <a:gdLst>
                  <a:gd name="textAreaLeft" fmla="*/ 0 w 241560"/>
                  <a:gd name="textAreaRight" fmla="*/ 241920 w 241560"/>
                  <a:gd name="textAreaTop" fmla="*/ 0 h 412200"/>
                  <a:gd name="textAreaBottom" fmla="*/ 412560 h 412200"/>
                </a:gdLst>
                <a:ahLst/>
                <a:rect l="textAreaLeft" t="textAreaTop" r="textAreaRight" b="textAreaBottom"/>
                <a:pathLst>
                  <a:path w="307634" h="524683">
                    <a:moveTo>
                      <a:pt x="224722" y="519034"/>
                    </a:moveTo>
                    <a:lnTo>
                      <a:pt x="224722" y="456050"/>
                    </a:lnTo>
                    <a:lnTo>
                      <a:pt x="219994" y="513385"/>
                    </a:lnTo>
                    <a:lnTo>
                      <a:pt x="126557" y="513385"/>
                    </a:lnTo>
                    <a:lnTo>
                      <a:pt x="80520" y="73325"/>
                    </a:lnTo>
                    <a:lnTo>
                      <a:pt x="50766" y="73325"/>
                    </a:lnTo>
                    <a:lnTo>
                      <a:pt x="50766" y="282076"/>
                    </a:lnTo>
                    <a:lnTo>
                      <a:pt x="11279" y="282076"/>
                    </a:lnTo>
                    <a:lnTo>
                      <a:pt x="11279" y="11279"/>
                    </a:lnTo>
                    <a:lnTo>
                      <a:pt x="288240" y="11279"/>
                    </a:lnTo>
                    <a:lnTo>
                      <a:pt x="296428" y="95129"/>
                    </a:lnTo>
                    <a:cubicBezTo>
                      <a:pt x="300053" y="94301"/>
                      <a:pt x="303807" y="93878"/>
                      <a:pt x="307634" y="93694"/>
                    </a:cubicBezTo>
                    <a:lnTo>
                      <a:pt x="298489" y="0"/>
                    </a:lnTo>
                    <a:lnTo>
                      <a:pt x="0" y="0"/>
                    </a:lnTo>
                    <a:lnTo>
                      <a:pt x="0" y="293374"/>
                    </a:lnTo>
                    <a:lnTo>
                      <a:pt x="62064" y="293374"/>
                    </a:lnTo>
                    <a:lnTo>
                      <a:pt x="62064" y="84623"/>
                    </a:lnTo>
                    <a:lnTo>
                      <a:pt x="70381" y="84623"/>
                    </a:lnTo>
                    <a:lnTo>
                      <a:pt x="116418" y="524683"/>
                    </a:lnTo>
                    <a:lnTo>
                      <a:pt x="230408" y="524683"/>
                    </a:lnTo>
                    <a:lnTo>
                      <a:pt x="230868" y="519034"/>
                    </a:lnTo>
                    <a:lnTo>
                      <a:pt x="224722" y="519034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79" name="Freeform: Shape 319"/>
              <p:cNvSpPr/>
              <p:nvPr/>
            </p:nvSpPr>
            <p:spPr>
              <a:xfrm>
                <a:off x="4154400" y="1747800"/>
                <a:ext cx="227520" cy="412200"/>
              </a:xfrm>
              <a:custGeom>
                <a:avLst/>
                <a:gdLst>
                  <a:gd name="textAreaLeft" fmla="*/ 0 w 227520"/>
                  <a:gd name="textAreaRight" fmla="*/ 227880 w 227520"/>
                  <a:gd name="textAreaTop" fmla="*/ 0 h 412200"/>
                  <a:gd name="textAreaBottom" fmla="*/ 412560 h 412200"/>
                </a:gdLst>
                <a:ahLst/>
                <a:rect l="textAreaLeft" t="textAreaTop" r="textAreaRight" b="textAreaBottom"/>
                <a:pathLst>
                  <a:path w="289730" h="524719">
                    <a:moveTo>
                      <a:pt x="227060" y="284265"/>
                    </a:moveTo>
                    <a:lnTo>
                      <a:pt x="289730" y="277991"/>
                    </a:lnTo>
                    <a:lnTo>
                      <a:pt x="267006" y="0"/>
                    </a:lnTo>
                    <a:lnTo>
                      <a:pt x="25282" y="0"/>
                    </a:lnTo>
                    <a:lnTo>
                      <a:pt x="0" y="94798"/>
                    </a:lnTo>
                    <a:cubicBezTo>
                      <a:pt x="3735" y="95589"/>
                      <a:pt x="7323" y="96730"/>
                      <a:pt x="10783" y="98147"/>
                    </a:cubicBezTo>
                    <a:lnTo>
                      <a:pt x="33948" y="11279"/>
                    </a:lnTo>
                    <a:lnTo>
                      <a:pt x="256610" y="11279"/>
                    </a:lnTo>
                    <a:lnTo>
                      <a:pt x="277587" y="267871"/>
                    </a:lnTo>
                    <a:lnTo>
                      <a:pt x="237382" y="271900"/>
                    </a:lnTo>
                    <a:lnTo>
                      <a:pt x="221134" y="73362"/>
                    </a:lnTo>
                    <a:lnTo>
                      <a:pt x="186192" y="73362"/>
                    </a:lnTo>
                    <a:lnTo>
                      <a:pt x="210186" y="372384"/>
                    </a:lnTo>
                    <a:lnTo>
                      <a:pt x="157194" y="372384"/>
                    </a:lnTo>
                    <a:lnTo>
                      <a:pt x="146503" y="513422"/>
                    </a:lnTo>
                    <a:lnTo>
                      <a:pt x="64898" y="513422"/>
                    </a:lnTo>
                    <a:lnTo>
                      <a:pt x="64898" y="519071"/>
                    </a:lnTo>
                    <a:lnTo>
                      <a:pt x="42357" y="519071"/>
                    </a:lnTo>
                    <a:lnTo>
                      <a:pt x="42781" y="524720"/>
                    </a:lnTo>
                    <a:lnTo>
                      <a:pt x="156955" y="524720"/>
                    </a:lnTo>
                    <a:lnTo>
                      <a:pt x="167645" y="383682"/>
                    </a:lnTo>
                    <a:lnTo>
                      <a:pt x="222386" y="383682"/>
                    </a:lnTo>
                    <a:lnTo>
                      <a:pt x="198392" y="84660"/>
                    </a:lnTo>
                    <a:lnTo>
                      <a:pt x="210702" y="84660"/>
                    </a:lnTo>
                    <a:lnTo>
                      <a:pt x="227060" y="284265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  <p:sp>
          <p:nvSpPr>
            <p:cNvPr id="280" name="Freeform: Shape 320"/>
            <p:cNvSpPr/>
            <p:nvPr/>
          </p:nvSpPr>
          <p:spPr>
            <a:xfrm>
              <a:off x="4090320" y="1816920"/>
              <a:ext cx="106920" cy="106920"/>
            </a:xfrm>
            <a:custGeom>
              <a:avLst/>
              <a:gdLst>
                <a:gd name="textAreaLeft" fmla="*/ 0 w 106920"/>
                <a:gd name="textAreaRight" fmla="*/ 107280 w 106920"/>
                <a:gd name="textAreaTop" fmla="*/ 0 h 106920"/>
                <a:gd name="textAreaBottom" fmla="*/ 107280 h 106920"/>
              </a:gdLst>
              <a:ahLst/>
              <a:rect l="textAreaLeft" t="textAreaTop" r="textAreaRight" b="textAreaBottom"/>
              <a:pathLst>
                <a:path w="136603" h="136603">
                  <a:moveTo>
                    <a:pt x="68302" y="136603"/>
                  </a:moveTo>
                  <a:cubicBezTo>
                    <a:pt x="30637" y="136603"/>
                    <a:pt x="0" y="105967"/>
                    <a:pt x="0" y="68302"/>
                  </a:cubicBezTo>
                  <a:cubicBezTo>
                    <a:pt x="0" y="30636"/>
                    <a:pt x="30637" y="0"/>
                    <a:pt x="68302" y="0"/>
                  </a:cubicBezTo>
                  <a:cubicBezTo>
                    <a:pt x="105967" y="0"/>
                    <a:pt x="136604" y="30636"/>
                    <a:pt x="136604" y="68302"/>
                  </a:cubicBezTo>
                  <a:cubicBezTo>
                    <a:pt x="136604" y="105967"/>
                    <a:pt x="105967" y="136603"/>
                    <a:pt x="68302" y="136603"/>
                  </a:cubicBezTo>
                  <a:close/>
                  <a:moveTo>
                    <a:pt x="68302" y="11279"/>
                  </a:moveTo>
                  <a:cubicBezTo>
                    <a:pt x="36856" y="11279"/>
                    <a:pt x="11279" y="36856"/>
                    <a:pt x="11279" y="68302"/>
                  </a:cubicBezTo>
                  <a:cubicBezTo>
                    <a:pt x="11279" y="99748"/>
                    <a:pt x="36856" y="125324"/>
                    <a:pt x="68302" y="125324"/>
                  </a:cubicBezTo>
                  <a:cubicBezTo>
                    <a:pt x="99748" y="125324"/>
                    <a:pt x="125324" y="99748"/>
                    <a:pt x="125324" y="68302"/>
                  </a:cubicBezTo>
                  <a:cubicBezTo>
                    <a:pt x="125324" y="36856"/>
                    <a:pt x="99748" y="11279"/>
                    <a:pt x="68302" y="11279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281" name="Freeform: Shape 321"/>
            <p:cNvSpPr/>
            <p:nvPr/>
          </p:nvSpPr>
          <p:spPr>
            <a:xfrm>
              <a:off x="4120200" y="1875240"/>
              <a:ext cx="47520" cy="2124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21240"/>
                <a:gd name="textAreaBottom" fmla="*/ 21600 h 21240"/>
              </a:gdLst>
              <a:ahLst/>
              <a:rect l="textAreaLeft" t="textAreaTop" r="textAreaRight" b="textAreaBottom"/>
              <a:pathLst>
                <a:path w="61015" h="27600">
                  <a:moveTo>
                    <a:pt x="30508" y="27600"/>
                  </a:moveTo>
                  <a:cubicBezTo>
                    <a:pt x="15365" y="27600"/>
                    <a:pt x="3496" y="15033"/>
                    <a:pt x="0" y="3202"/>
                  </a:cubicBezTo>
                  <a:lnTo>
                    <a:pt x="10820" y="0"/>
                  </a:lnTo>
                  <a:cubicBezTo>
                    <a:pt x="13138" y="7838"/>
                    <a:pt x="21326" y="16303"/>
                    <a:pt x="30508" y="16303"/>
                  </a:cubicBezTo>
                  <a:cubicBezTo>
                    <a:pt x="39690" y="16303"/>
                    <a:pt x="47878" y="7838"/>
                    <a:pt x="50196" y="0"/>
                  </a:cubicBezTo>
                  <a:lnTo>
                    <a:pt x="61015" y="3202"/>
                  </a:lnTo>
                  <a:cubicBezTo>
                    <a:pt x="57501" y="15033"/>
                    <a:pt x="45633" y="27600"/>
                    <a:pt x="30508" y="27600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3400" bIns="-234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</p:grpSp>
      <p:grpSp>
        <p:nvGrpSpPr>
          <p:cNvPr id="282" name="Graphic 228"/>
          <p:cNvGrpSpPr/>
          <p:nvPr/>
        </p:nvGrpSpPr>
        <p:grpSpPr>
          <a:xfrm>
            <a:off x="6453720" y="3517920"/>
            <a:ext cx="1812960" cy="824760"/>
            <a:chOff x="6453720" y="3517920"/>
            <a:chExt cx="1812960" cy="824760"/>
          </a:xfrm>
        </p:grpSpPr>
        <p:grpSp>
          <p:nvGrpSpPr>
            <p:cNvPr id="283" name="Graphic 228"/>
            <p:cNvGrpSpPr/>
            <p:nvPr/>
          </p:nvGrpSpPr>
          <p:grpSpPr>
            <a:xfrm>
              <a:off x="6453720" y="4245120"/>
              <a:ext cx="1812960" cy="97560"/>
              <a:chOff x="6453720" y="4245120"/>
              <a:chExt cx="1812960" cy="97560"/>
            </a:xfrm>
          </p:grpSpPr>
          <p:sp>
            <p:nvSpPr>
              <p:cNvPr id="284" name="Freeform: Shape 350"/>
              <p:cNvSpPr/>
              <p:nvPr/>
            </p:nvSpPr>
            <p:spPr>
              <a:xfrm>
                <a:off x="6453720" y="4245120"/>
                <a:ext cx="80280" cy="97200"/>
              </a:xfrm>
              <a:custGeom>
                <a:avLst/>
                <a:gdLst>
                  <a:gd name="textAreaLeft" fmla="*/ 0 w 80280"/>
                  <a:gd name="textAreaRight" fmla="*/ 80640 w 80280"/>
                  <a:gd name="textAreaTop" fmla="*/ 0 h 97200"/>
                  <a:gd name="textAreaBottom" fmla="*/ 97560 h 97200"/>
                </a:gdLst>
                <a:ahLst/>
                <a:rect l="textAreaLeft" t="textAreaTop" r="textAreaRight" b="textAreaBottom"/>
                <a:pathLst>
                  <a:path w="102746" h="123907">
                    <a:moveTo>
                      <a:pt x="102747" y="97172"/>
                    </a:moveTo>
                    <a:cubicBezTo>
                      <a:pt x="94614" y="112904"/>
                      <a:pt x="78035" y="123907"/>
                      <a:pt x="58568" y="123907"/>
                    </a:cubicBezTo>
                    <a:cubicBezTo>
                      <a:pt x="22172" y="123907"/>
                      <a:pt x="0" y="96988"/>
                      <a:pt x="0" y="61107"/>
                    </a:cubicBezTo>
                    <a:cubicBezTo>
                      <a:pt x="0" y="27085"/>
                      <a:pt x="23700" y="0"/>
                      <a:pt x="55514" y="0"/>
                    </a:cubicBezTo>
                    <a:cubicBezTo>
                      <a:pt x="69056" y="0"/>
                      <a:pt x="80556" y="6090"/>
                      <a:pt x="88340" y="15732"/>
                    </a:cubicBezTo>
                    <a:lnTo>
                      <a:pt x="88340" y="2705"/>
                    </a:lnTo>
                    <a:lnTo>
                      <a:pt x="100521" y="2705"/>
                    </a:lnTo>
                    <a:lnTo>
                      <a:pt x="100521" y="38070"/>
                    </a:lnTo>
                    <a:lnTo>
                      <a:pt x="90032" y="38070"/>
                    </a:lnTo>
                    <a:cubicBezTo>
                      <a:pt x="85966" y="22338"/>
                      <a:pt x="72423" y="12862"/>
                      <a:pt x="57703" y="12862"/>
                    </a:cubicBezTo>
                    <a:cubicBezTo>
                      <a:pt x="32992" y="12862"/>
                      <a:pt x="15217" y="32826"/>
                      <a:pt x="15217" y="60242"/>
                    </a:cubicBezTo>
                    <a:cubicBezTo>
                      <a:pt x="15217" y="88008"/>
                      <a:pt x="31464" y="111027"/>
                      <a:pt x="58200" y="111027"/>
                    </a:cubicBezTo>
                    <a:cubicBezTo>
                      <a:pt x="72920" y="111027"/>
                      <a:pt x="84936" y="103244"/>
                      <a:pt x="91872" y="90879"/>
                    </a:cubicBezTo>
                    <a:lnTo>
                      <a:pt x="102747" y="97172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85" name="Freeform: Shape 351"/>
              <p:cNvSpPr/>
              <p:nvPr/>
            </p:nvSpPr>
            <p:spPr>
              <a:xfrm>
                <a:off x="6548040" y="42472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17467" h="118810">
                    <a:moveTo>
                      <a:pt x="117467" y="107642"/>
                    </a:moveTo>
                    <a:lnTo>
                      <a:pt x="117467" y="118810"/>
                    </a:lnTo>
                    <a:lnTo>
                      <a:pt x="75827" y="118810"/>
                    </a:lnTo>
                    <a:lnTo>
                      <a:pt x="75827" y="107642"/>
                    </a:lnTo>
                    <a:lnTo>
                      <a:pt x="90897" y="107642"/>
                    </a:lnTo>
                    <a:lnTo>
                      <a:pt x="80575" y="78698"/>
                    </a:lnTo>
                    <a:lnTo>
                      <a:pt x="35880" y="78698"/>
                    </a:lnTo>
                    <a:lnTo>
                      <a:pt x="25558" y="107642"/>
                    </a:lnTo>
                    <a:lnTo>
                      <a:pt x="40628" y="107642"/>
                    </a:lnTo>
                    <a:lnTo>
                      <a:pt x="40628" y="118810"/>
                    </a:lnTo>
                    <a:lnTo>
                      <a:pt x="0" y="118810"/>
                    </a:lnTo>
                    <a:lnTo>
                      <a:pt x="0" y="107642"/>
                    </a:lnTo>
                    <a:lnTo>
                      <a:pt x="11335" y="107642"/>
                    </a:lnTo>
                    <a:lnTo>
                      <a:pt x="51097" y="0"/>
                    </a:lnTo>
                    <a:lnTo>
                      <a:pt x="66664" y="0"/>
                    </a:lnTo>
                    <a:lnTo>
                      <a:pt x="105930" y="107642"/>
                    </a:lnTo>
                    <a:lnTo>
                      <a:pt x="117467" y="107642"/>
                    </a:lnTo>
                    <a:close/>
                    <a:moveTo>
                      <a:pt x="76508" y="67860"/>
                    </a:moveTo>
                    <a:lnTo>
                      <a:pt x="58237" y="14720"/>
                    </a:lnTo>
                    <a:lnTo>
                      <a:pt x="39965" y="67860"/>
                    </a:lnTo>
                    <a:lnTo>
                      <a:pt x="76508" y="67860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86" name="Freeform: Shape 352"/>
              <p:cNvSpPr/>
              <p:nvPr/>
            </p:nvSpPr>
            <p:spPr>
              <a:xfrm>
                <a:off x="6654960" y="4247280"/>
                <a:ext cx="65520" cy="92880"/>
              </a:xfrm>
              <a:custGeom>
                <a:avLst/>
                <a:gdLst>
                  <a:gd name="textAreaLeft" fmla="*/ 0 w 65520"/>
                  <a:gd name="textAreaRight" fmla="*/ 65880 w 6552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83960" h="118479">
                    <a:moveTo>
                      <a:pt x="83960" y="34022"/>
                    </a:moveTo>
                    <a:cubicBezTo>
                      <a:pt x="83960" y="56710"/>
                      <a:pt x="67382" y="70068"/>
                      <a:pt x="47233" y="70068"/>
                    </a:cubicBezTo>
                    <a:lnTo>
                      <a:pt x="28778" y="70068"/>
                    </a:lnTo>
                    <a:lnTo>
                      <a:pt x="28778" y="107310"/>
                    </a:lnTo>
                    <a:lnTo>
                      <a:pt x="46203" y="107310"/>
                    </a:lnTo>
                    <a:lnTo>
                      <a:pt x="4620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381" y="0"/>
                    </a:lnTo>
                    <a:cubicBezTo>
                      <a:pt x="67713" y="0"/>
                      <a:pt x="83960" y="13027"/>
                      <a:pt x="83960" y="34022"/>
                    </a:cubicBezTo>
                    <a:close/>
                    <a:moveTo>
                      <a:pt x="69056" y="33856"/>
                    </a:moveTo>
                    <a:cubicBezTo>
                      <a:pt x="69056" y="19136"/>
                      <a:pt x="59746" y="10838"/>
                      <a:pt x="46203" y="10838"/>
                    </a:cubicBezTo>
                    <a:lnTo>
                      <a:pt x="28778" y="10838"/>
                    </a:lnTo>
                    <a:lnTo>
                      <a:pt x="28778" y="58899"/>
                    </a:lnTo>
                    <a:lnTo>
                      <a:pt x="46387" y="58899"/>
                    </a:lnTo>
                    <a:cubicBezTo>
                      <a:pt x="59580" y="58899"/>
                      <a:pt x="69056" y="49920"/>
                      <a:pt x="69056" y="3385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87" name="Freeform: Shape 353"/>
              <p:cNvSpPr/>
              <p:nvPr/>
            </p:nvSpPr>
            <p:spPr>
              <a:xfrm>
                <a:off x="6727680" y="42472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17448" h="118810">
                    <a:moveTo>
                      <a:pt x="117449" y="107642"/>
                    </a:moveTo>
                    <a:lnTo>
                      <a:pt x="117449" y="118810"/>
                    </a:lnTo>
                    <a:lnTo>
                      <a:pt x="75809" y="118810"/>
                    </a:lnTo>
                    <a:lnTo>
                      <a:pt x="75809" y="107642"/>
                    </a:lnTo>
                    <a:lnTo>
                      <a:pt x="90879" y="107642"/>
                    </a:lnTo>
                    <a:lnTo>
                      <a:pt x="80556" y="78698"/>
                    </a:lnTo>
                    <a:lnTo>
                      <a:pt x="35880" y="78698"/>
                    </a:lnTo>
                    <a:lnTo>
                      <a:pt x="25558" y="107642"/>
                    </a:lnTo>
                    <a:lnTo>
                      <a:pt x="40628" y="107642"/>
                    </a:lnTo>
                    <a:lnTo>
                      <a:pt x="40628" y="118810"/>
                    </a:lnTo>
                    <a:lnTo>
                      <a:pt x="0" y="118810"/>
                    </a:lnTo>
                    <a:lnTo>
                      <a:pt x="0" y="107642"/>
                    </a:lnTo>
                    <a:lnTo>
                      <a:pt x="11335" y="107642"/>
                    </a:lnTo>
                    <a:lnTo>
                      <a:pt x="51097" y="0"/>
                    </a:lnTo>
                    <a:lnTo>
                      <a:pt x="66664" y="0"/>
                    </a:lnTo>
                    <a:lnTo>
                      <a:pt x="105930" y="107642"/>
                    </a:lnTo>
                    <a:lnTo>
                      <a:pt x="117449" y="107642"/>
                    </a:lnTo>
                    <a:close/>
                    <a:moveTo>
                      <a:pt x="76490" y="67860"/>
                    </a:moveTo>
                    <a:lnTo>
                      <a:pt x="58218" y="14720"/>
                    </a:lnTo>
                    <a:lnTo>
                      <a:pt x="39947" y="67860"/>
                    </a:lnTo>
                    <a:lnTo>
                      <a:pt x="76490" y="67860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88" name="Freeform: Shape 354"/>
              <p:cNvSpPr/>
              <p:nvPr/>
            </p:nvSpPr>
            <p:spPr>
              <a:xfrm>
                <a:off x="6832440" y="4245120"/>
                <a:ext cx="80280" cy="97200"/>
              </a:xfrm>
              <a:custGeom>
                <a:avLst/>
                <a:gdLst>
                  <a:gd name="textAreaLeft" fmla="*/ 0 w 80280"/>
                  <a:gd name="textAreaRight" fmla="*/ 80640 w 80280"/>
                  <a:gd name="textAreaTop" fmla="*/ 0 h 97200"/>
                  <a:gd name="textAreaBottom" fmla="*/ 97560 h 97200"/>
                </a:gdLst>
                <a:ahLst/>
                <a:rect l="textAreaLeft" t="textAreaTop" r="textAreaRight" b="textAreaBottom"/>
                <a:pathLst>
                  <a:path w="102746" h="123907">
                    <a:moveTo>
                      <a:pt x="102747" y="97172"/>
                    </a:moveTo>
                    <a:cubicBezTo>
                      <a:pt x="94614" y="112904"/>
                      <a:pt x="78035" y="123907"/>
                      <a:pt x="58568" y="123907"/>
                    </a:cubicBezTo>
                    <a:cubicBezTo>
                      <a:pt x="22172" y="123907"/>
                      <a:pt x="0" y="96988"/>
                      <a:pt x="0" y="61107"/>
                    </a:cubicBezTo>
                    <a:cubicBezTo>
                      <a:pt x="0" y="27085"/>
                      <a:pt x="23700" y="0"/>
                      <a:pt x="55514" y="0"/>
                    </a:cubicBezTo>
                    <a:cubicBezTo>
                      <a:pt x="69056" y="0"/>
                      <a:pt x="80556" y="6090"/>
                      <a:pt x="88340" y="15732"/>
                    </a:cubicBezTo>
                    <a:lnTo>
                      <a:pt x="88340" y="2705"/>
                    </a:lnTo>
                    <a:lnTo>
                      <a:pt x="100521" y="2705"/>
                    </a:lnTo>
                    <a:lnTo>
                      <a:pt x="100521" y="38070"/>
                    </a:lnTo>
                    <a:lnTo>
                      <a:pt x="90032" y="38070"/>
                    </a:lnTo>
                    <a:cubicBezTo>
                      <a:pt x="85966" y="22338"/>
                      <a:pt x="72423" y="12862"/>
                      <a:pt x="57703" y="12862"/>
                    </a:cubicBezTo>
                    <a:cubicBezTo>
                      <a:pt x="32992" y="12862"/>
                      <a:pt x="15217" y="32826"/>
                      <a:pt x="15217" y="60242"/>
                    </a:cubicBezTo>
                    <a:cubicBezTo>
                      <a:pt x="15217" y="88008"/>
                      <a:pt x="31464" y="111027"/>
                      <a:pt x="58200" y="111027"/>
                    </a:cubicBezTo>
                    <a:cubicBezTo>
                      <a:pt x="72920" y="111027"/>
                      <a:pt x="84936" y="103244"/>
                      <a:pt x="91872" y="90879"/>
                    </a:cubicBezTo>
                    <a:lnTo>
                      <a:pt x="102747" y="97172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89" name="Freeform: Shape 355"/>
              <p:cNvSpPr/>
              <p:nvPr/>
            </p:nvSpPr>
            <p:spPr>
              <a:xfrm>
                <a:off x="6931800" y="4247280"/>
                <a:ext cx="33840" cy="92880"/>
              </a:xfrm>
              <a:custGeom>
                <a:avLst/>
                <a:gdLst>
                  <a:gd name="textAreaLeft" fmla="*/ 0 w 33840"/>
                  <a:gd name="textAreaRight" fmla="*/ 34200 w 3384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43332" h="118479">
                    <a:moveTo>
                      <a:pt x="28778" y="11169"/>
                    </a:moveTo>
                    <a:lnTo>
                      <a:pt x="28778" y="107310"/>
                    </a:lnTo>
                    <a:lnTo>
                      <a:pt x="43333" y="107310"/>
                    </a:lnTo>
                    <a:lnTo>
                      <a:pt x="4333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3333" y="0"/>
                    </a:lnTo>
                    <a:lnTo>
                      <a:pt x="43333" y="11169"/>
                    </a:lnTo>
                    <a:lnTo>
                      <a:pt x="28778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90" name="Freeform: Shape 356"/>
              <p:cNvSpPr/>
              <p:nvPr/>
            </p:nvSpPr>
            <p:spPr>
              <a:xfrm>
                <a:off x="6983280" y="4247280"/>
                <a:ext cx="72360" cy="92880"/>
              </a:xfrm>
              <a:custGeom>
                <a:avLst/>
                <a:gdLst>
                  <a:gd name="textAreaLeft" fmla="*/ 0 w 72360"/>
                  <a:gd name="textAreaRight" fmla="*/ 72720 w 723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92424" h="118479">
                    <a:moveTo>
                      <a:pt x="92424" y="33176"/>
                    </a:moveTo>
                    <a:lnTo>
                      <a:pt x="79563" y="33176"/>
                    </a:lnTo>
                    <a:lnTo>
                      <a:pt x="79563" y="11169"/>
                    </a:lnTo>
                    <a:lnTo>
                      <a:pt x="53324" y="11169"/>
                    </a:lnTo>
                    <a:lnTo>
                      <a:pt x="53324" y="107310"/>
                    </a:lnTo>
                    <a:lnTo>
                      <a:pt x="68891" y="107310"/>
                    </a:lnTo>
                    <a:lnTo>
                      <a:pt x="68891" y="118479"/>
                    </a:lnTo>
                    <a:lnTo>
                      <a:pt x="23534" y="118479"/>
                    </a:lnTo>
                    <a:lnTo>
                      <a:pt x="23534" y="107310"/>
                    </a:lnTo>
                    <a:lnTo>
                      <a:pt x="39101" y="107310"/>
                    </a:lnTo>
                    <a:lnTo>
                      <a:pt x="39101" y="11169"/>
                    </a:lnTo>
                    <a:lnTo>
                      <a:pt x="12862" y="11169"/>
                    </a:lnTo>
                    <a:lnTo>
                      <a:pt x="12862" y="33176"/>
                    </a:lnTo>
                    <a:lnTo>
                      <a:pt x="0" y="33176"/>
                    </a:lnTo>
                    <a:lnTo>
                      <a:pt x="0" y="0"/>
                    </a:lnTo>
                    <a:lnTo>
                      <a:pt x="92406" y="0"/>
                    </a:lnTo>
                    <a:lnTo>
                      <a:pt x="92406" y="33176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91" name="Freeform: Shape 357"/>
              <p:cNvSpPr/>
              <p:nvPr/>
            </p:nvSpPr>
            <p:spPr>
              <a:xfrm>
                <a:off x="7068240" y="4247280"/>
                <a:ext cx="83880" cy="92880"/>
              </a:xfrm>
              <a:custGeom>
                <a:avLst/>
                <a:gdLst>
                  <a:gd name="textAreaLeft" fmla="*/ 0 w 83880"/>
                  <a:gd name="textAreaRight" fmla="*/ 84240 w 8388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06978" h="118460">
                    <a:moveTo>
                      <a:pt x="61107" y="67511"/>
                    </a:moveTo>
                    <a:lnTo>
                      <a:pt x="61107" y="107292"/>
                    </a:lnTo>
                    <a:lnTo>
                      <a:pt x="76839" y="107292"/>
                    </a:lnTo>
                    <a:lnTo>
                      <a:pt x="76839" y="118461"/>
                    </a:lnTo>
                    <a:lnTo>
                      <a:pt x="31152" y="118461"/>
                    </a:lnTo>
                    <a:lnTo>
                      <a:pt x="31152" y="107292"/>
                    </a:lnTo>
                    <a:lnTo>
                      <a:pt x="46884" y="107292"/>
                    </a:lnTo>
                    <a:lnTo>
                      <a:pt x="46884" y="67860"/>
                    </a:lnTo>
                    <a:lnTo>
                      <a:pt x="13027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1805" y="0"/>
                    </a:lnTo>
                    <a:lnTo>
                      <a:pt x="41805" y="10838"/>
                    </a:lnTo>
                    <a:lnTo>
                      <a:pt x="28612" y="10838"/>
                    </a:lnTo>
                    <a:lnTo>
                      <a:pt x="54851" y="54502"/>
                    </a:lnTo>
                    <a:lnTo>
                      <a:pt x="80409" y="10838"/>
                    </a:lnTo>
                    <a:lnTo>
                      <a:pt x="67382" y="10838"/>
                    </a:lnTo>
                    <a:lnTo>
                      <a:pt x="67382" y="0"/>
                    </a:lnTo>
                    <a:lnTo>
                      <a:pt x="106979" y="0"/>
                    </a:lnTo>
                    <a:lnTo>
                      <a:pt x="106979" y="11169"/>
                    </a:lnTo>
                    <a:lnTo>
                      <a:pt x="93952" y="11169"/>
                    </a:lnTo>
                    <a:lnTo>
                      <a:pt x="61107" y="67511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92" name="Freeform: Shape 358"/>
              <p:cNvSpPr/>
              <p:nvPr/>
            </p:nvSpPr>
            <p:spPr>
              <a:xfrm>
                <a:off x="7212240" y="4247280"/>
                <a:ext cx="81360" cy="9288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04090" h="118479">
                    <a:moveTo>
                      <a:pt x="104090" y="58899"/>
                    </a:moveTo>
                    <a:cubicBezTo>
                      <a:pt x="104090" y="95111"/>
                      <a:pt x="82764" y="118479"/>
                      <a:pt x="46203" y="118479"/>
                    </a:cubicBez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5191" y="0"/>
                    </a:lnTo>
                    <a:cubicBezTo>
                      <a:pt x="81071" y="0"/>
                      <a:pt x="104090" y="22503"/>
                      <a:pt x="104090" y="58899"/>
                    </a:cubicBezTo>
                    <a:close/>
                    <a:moveTo>
                      <a:pt x="88855" y="58384"/>
                    </a:moveTo>
                    <a:cubicBezTo>
                      <a:pt x="88855" y="28079"/>
                      <a:pt x="70915" y="11169"/>
                      <a:pt x="42652" y="11169"/>
                    </a:cubicBezTo>
                    <a:lnTo>
                      <a:pt x="28778" y="11169"/>
                    </a:lnTo>
                    <a:lnTo>
                      <a:pt x="28778" y="107310"/>
                    </a:lnTo>
                    <a:lnTo>
                      <a:pt x="43848" y="107310"/>
                    </a:lnTo>
                    <a:cubicBezTo>
                      <a:pt x="72607" y="107310"/>
                      <a:pt x="88855" y="90382"/>
                      <a:pt x="88855" y="5838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93" name="Freeform: Shape 359"/>
              <p:cNvSpPr/>
              <p:nvPr/>
            </p:nvSpPr>
            <p:spPr>
              <a:xfrm>
                <a:off x="7315560" y="4247280"/>
                <a:ext cx="61200" cy="9288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78182" h="118479">
                    <a:moveTo>
                      <a:pt x="78183" y="87843"/>
                    </a:moveTo>
                    <a:lnTo>
                      <a:pt x="7818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77851" y="0"/>
                    </a:lnTo>
                    <a:lnTo>
                      <a:pt x="77851" y="28263"/>
                    </a:lnTo>
                    <a:lnTo>
                      <a:pt x="64990" y="28263"/>
                    </a:lnTo>
                    <a:lnTo>
                      <a:pt x="64990" y="11169"/>
                    </a:lnTo>
                    <a:lnTo>
                      <a:pt x="28778" y="11169"/>
                    </a:lnTo>
                    <a:lnTo>
                      <a:pt x="28778" y="50766"/>
                    </a:lnTo>
                    <a:lnTo>
                      <a:pt x="64824" y="50766"/>
                    </a:lnTo>
                    <a:lnTo>
                      <a:pt x="64824" y="62616"/>
                    </a:lnTo>
                    <a:lnTo>
                      <a:pt x="28778" y="62616"/>
                    </a:lnTo>
                    <a:lnTo>
                      <a:pt x="28778" y="107292"/>
                    </a:lnTo>
                    <a:lnTo>
                      <a:pt x="65339" y="107292"/>
                    </a:lnTo>
                    <a:lnTo>
                      <a:pt x="65339" y="87824"/>
                    </a:lnTo>
                    <a:lnTo>
                      <a:pt x="78183" y="87824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94" name="Freeform: Shape 360"/>
              <p:cNvSpPr/>
              <p:nvPr/>
            </p:nvSpPr>
            <p:spPr>
              <a:xfrm>
                <a:off x="7390800" y="4247280"/>
                <a:ext cx="92880" cy="93240"/>
              </a:xfrm>
              <a:custGeom>
                <a:avLst/>
                <a:gdLst>
                  <a:gd name="textAreaLeft" fmla="*/ 0 w 92880"/>
                  <a:gd name="textAreaRight" fmla="*/ 93240 w 92880"/>
                  <a:gd name="textAreaTop" fmla="*/ 0 h 93240"/>
                  <a:gd name="textAreaBottom" fmla="*/ 93600 h 93240"/>
                </a:gdLst>
                <a:ahLst/>
                <a:rect l="textAreaLeft" t="textAreaTop" r="textAreaRight" b="textAreaBottom"/>
                <a:pathLst>
                  <a:path w="118644" h="119141">
                    <a:moveTo>
                      <a:pt x="118645" y="11169"/>
                    </a:moveTo>
                    <a:lnTo>
                      <a:pt x="105102" y="11169"/>
                    </a:lnTo>
                    <a:lnTo>
                      <a:pt x="67032" y="119141"/>
                    </a:lnTo>
                    <a:lnTo>
                      <a:pt x="51631" y="119141"/>
                    </a:lnTo>
                    <a:lnTo>
                      <a:pt x="13543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5688" y="0"/>
                    </a:lnTo>
                    <a:lnTo>
                      <a:pt x="45688" y="11169"/>
                    </a:lnTo>
                    <a:lnTo>
                      <a:pt x="28612" y="11169"/>
                    </a:lnTo>
                    <a:lnTo>
                      <a:pt x="59930" y="101385"/>
                    </a:lnTo>
                    <a:lnTo>
                      <a:pt x="90897" y="11169"/>
                    </a:lnTo>
                    <a:lnTo>
                      <a:pt x="73803" y="11169"/>
                    </a:lnTo>
                    <a:lnTo>
                      <a:pt x="73803" y="0"/>
                    </a:lnTo>
                    <a:lnTo>
                      <a:pt x="118645" y="0"/>
                    </a:lnTo>
                    <a:lnTo>
                      <a:pt x="118645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95" name="Freeform: Shape 361"/>
              <p:cNvSpPr/>
              <p:nvPr/>
            </p:nvSpPr>
            <p:spPr>
              <a:xfrm>
                <a:off x="7498800" y="4247280"/>
                <a:ext cx="61200" cy="9288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78182" h="118479">
                    <a:moveTo>
                      <a:pt x="78183" y="87843"/>
                    </a:moveTo>
                    <a:lnTo>
                      <a:pt x="7818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77851" y="0"/>
                    </a:lnTo>
                    <a:lnTo>
                      <a:pt x="77851" y="28263"/>
                    </a:lnTo>
                    <a:lnTo>
                      <a:pt x="64990" y="28263"/>
                    </a:lnTo>
                    <a:lnTo>
                      <a:pt x="64990" y="11169"/>
                    </a:lnTo>
                    <a:lnTo>
                      <a:pt x="28778" y="11169"/>
                    </a:lnTo>
                    <a:lnTo>
                      <a:pt x="28778" y="50766"/>
                    </a:lnTo>
                    <a:lnTo>
                      <a:pt x="64824" y="50766"/>
                    </a:lnTo>
                    <a:lnTo>
                      <a:pt x="64824" y="62616"/>
                    </a:lnTo>
                    <a:lnTo>
                      <a:pt x="28778" y="62616"/>
                    </a:lnTo>
                    <a:lnTo>
                      <a:pt x="28778" y="107292"/>
                    </a:lnTo>
                    <a:lnTo>
                      <a:pt x="65339" y="107292"/>
                    </a:lnTo>
                    <a:lnTo>
                      <a:pt x="65339" y="87824"/>
                    </a:lnTo>
                    <a:lnTo>
                      <a:pt x="78183" y="87824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96" name="Freeform: Shape 362"/>
              <p:cNvSpPr/>
              <p:nvPr/>
            </p:nvSpPr>
            <p:spPr>
              <a:xfrm>
                <a:off x="7581960" y="4247280"/>
                <a:ext cx="61200" cy="9288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78366" h="118479">
                    <a:moveTo>
                      <a:pt x="78367" y="85303"/>
                    </a:moveTo>
                    <a:lnTo>
                      <a:pt x="78367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4013" y="0"/>
                    </a:lnTo>
                    <a:lnTo>
                      <a:pt x="44013" y="11169"/>
                    </a:lnTo>
                    <a:lnTo>
                      <a:pt x="28778" y="11169"/>
                    </a:lnTo>
                    <a:lnTo>
                      <a:pt x="28778" y="107310"/>
                    </a:lnTo>
                    <a:lnTo>
                      <a:pt x="65505" y="107310"/>
                    </a:lnTo>
                    <a:lnTo>
                      <a:pt x="65505" y="85303"/>
                    </a:lnTo>
                    <a:lnTo>
                      <a:pt x="78367" y="85303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97" name="Freeform: Shape 363"/>
              <p:cNvSpPr/>
              <p:nvPr/>
            </p:nvSpPr>
            <p:spPr>
              <a:xfrm>
                <a:off x="7663320" y="4245480"/>
                <a:ext cx="91080" cy="97200"/>
              </a:xfrm>
              <a:custGeom>
                <a:avLst/>
                <a:gdLst>
                  <a:gd name="textAreaLeft" fmla="*/ 0 w 91080"/>
                  <a:gd name="textAreaRight" fmla="*/ 91440 w 91080"/>
                  <a:gd name="textAreaTop" fmla="*/ 0 h 97200"/>
                  <a:gd name="textAreaBottom" fmla="*/ 97560 h 97200"/>
                </a:gdLst>
                <a:ahLst/>
                <a:rect l="textAreaLeft" t="textAreaTop" r="textAreaRight" b="textAreaBottom"/>
                <a:pathLst>
                  <a:path w="116105" h="123888">
                    <a:moveTo>
                      <a:pt x="0" y="60923"/>
                    </a:moveTo>
                    <a:cubicBezTo>
                      <a:pt x="0" y="26901"/>
                      <a:pt x="23184" y="0"/>
                      <a:pt x="58053" y="0"/>
                    </a:cubicBezTo>
                    <a:cubicBezTo>
                      <a:pt x="92921" y="0"/>
                      <a:pt x="116106" y="26920"/>
                      <a:pt x="116106" y="60923"/>
                    </a:cubicBezTo>
                    <a:cubicBezTo>
                      <a:pt x="116106" y="95957"/>
                      <a:pt x="93602" y="123889"/>
                      <a:pt x="58053" y="123889"/>
                    </a:cubicBezTo>
                    <a:cubicBezTo>
                      <a:pt x="22503" y="123889"/>
                      <a:pt x="0" y="95957"/>
                      <a:pt x="0" y="60923"/>
                    </a:cubicBezTo>
                    <a:close/>
                    <a:moveTo>
                      <a:pt x="100870" y="60923"/>
                    </a:moveTo>
                    <a:cubicBezTo>
                      <a:pt x="100870" y="32826"/>
                      <a:pt x="84292" y="12862"/>
                      <a:pt x="58053" y="12862"/>
                    </a:cubicBezTo>
                    <a:cubicBezTo>
                      <a:pt x="31814" y="12862"/>
                      <a:pt x="15235" y="32826"/>
                      <a:pt x="15235" y="60923"/>
                    </a:cubicBezTo>
                    <a:cubicBezTo>
                      <a:pt x="15235" y="89701"/>
                      <a:pt x="31814" y="111027"/>
                      <a:pt x="58053" y="111027"/>
                    </a:cubicBezTo>
                    <a:cubicBezTo>
                      <a:pt x="84292" y="111027"/>
                      <a:pt x="100870" y="89701"/>
                      <a:pt x="100870" y="6092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98" name="Freeform: Shape 364"/>
              <p:cNvSpPr/>
              <p:nvPr/>
            </p:nvSpPr>
            <p:spPr>
              <a:xfrm>
                <a:off x="7776000" y="4247280"/>
                <a:ext cx="65520" cy="92880"/>
              </a:xfrm>
              <a:custGeom>
                <a:avLst/>
                <a:gdLst>
                  <a:gd name="textAreaLeft" fmla="*/ 0 w 65520"/>
                  <a:gd name="textAreaRight" fmla="*/ 65880 w 6552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83960" h="118479">
                    <a:moveTo>
                      <a:pt x="83960" y="34022"/>
                    </a:moveTo>
                    <a:cubicBezTo>
                      <a:pt x="83960" y="56710"/>
                      <a:pt x="67382" y="70068"/>
                      <a:pt x="47233" y="70068"/>
                    </a:cubicBezTo>
                    <a:lnTo>
                      <a:pt x="28778" y="70068"/>
                    </a:lnTo>
                    <a:lnTo>
                      <a:pt x="28778" y="107310"/>
                    </a:lnTo>
                    <a:lnTo>
                      <a:pt x="46203" y="107310"/>
                    </a:lnTo>
                    <a:lnTo>
                      <a:pt x="4620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381" y="0"/>
                    </a:lnTo>
                    <a:cubicBezTo>
                      <a:pt x="67713" y="0"/>
                      <a:pt x="83960" y="13027"/>
                      <a:pt x="83960" y="34022"/>
                    </a:cubicBezTo>
                    <a:close/>
                    <a:moveTo>
                      <a:pt x="69074" y="33856"/>
                    </a:moveTo>
                    <a:cubicBezTo>
                      <a:pt x="69074" y="19136"/>
                      <a:pt x="59764" y="10838"/>
                      <a:pt x="46221" y="10838"/>
                    </a:cubicBezTo>
                    <a:lnTo>
                      <a:pt x="28796" y="10838"/>
                    </a:lnTo>
                    <a:lnTo>
                      <a:pt x="28796" y="58899"/>
                    </a:lnTo>
                    <a:lnTo>
                      <a:pt x="46405" y="58899"/>
                    </a:lnTo>
                    <a:cubicBezTo>
                      <a:pt x="59598" y="58899"/>
                      <a:pt x="69074" y="49920"/>
                      <a:pt x="69074" y="3385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299" name="Freeform: Shape 365"/>
              <p:cNvSpPr/>
              <p:nvPr/>
            </p:nvSpPr>
            <p:spPr>
              <a:xfrm>
                <a:off x="7859880" y="4247280"/>
                <a:ext cx="117000" cy="92880"/>
              </a:xfrm>
              <a:custGeom>
                <a:avLst/>
                <a:gdLst>
                  <a:gd name="textAreaLeft" fmla="*/ 0 w 117000"/>
                  <a:gd name="textAreaRight" fmla="*/ 117360 w 1170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49281" h="118479">
                    <a:moveTo>
                      <a:pt x="134727" y="11169"/>
                    </a:moveTo>
                    <a:lnTo>
                      <a:pt x="134727" y="107310"/>
                    </a:lnTo>
                    <a:lnTo>
                      <a:pt x="149281" y="107310"/>
                    </a:lnTo>
                    <a:lnTo>
                      <a:pt x="149281" y="118479"/>
                    </a:lnTo>
                    <a:lnTo>
                      <a:pt x="106629" y="118479"/>
                    </a:lnTo>
                    <a:lnTo>
                      <a:pt x="106629" y="107310"/>
                    </a:lnTo>
                    <a:lnTo>
                      <a:pt x="120853" y="107310"/>
                    </a:lnTo>
                    <a:lnTo>
                      <a:pt x="120853" y="16597"/>
                    </a:lnTo>
                    <a:lnTo>
                      <a:pt x="80740" y="106648"/>
                    </a:lnTo>
                    <a:lnTo>
                      <a:pt x="67529" y="106648"/>
                    </a:lnTo>
                    <a:lnTo>
                      <a:pt x="27416" y="16597"/>
                    </a:lnTo>
                    <a:lnTo>
                      <a:pt x="27416" y="107310"/>
                    </a:lnTo>
                    <a:lnTo>
                      <a:pt x="41640" y="107310"/>
                    </a:lnTo>
                    <a:lnTo>
                      <a:pt x="41640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33857" y="0"/>
                    </a:lnTo>
                    <a:lnTo>
                      <a:pt x="74981" y="89536"/>
                    </a:lnTo>
                    <a:lnTo>
                      <a:pt x="114928" y="0"/>
                    </a:lnTo>
                    <a:lnTo>
                      <a:pt x="149281" y="0"/>
                    </a:lnTo>
                    <a:lnTo>
                      <a:pt x="149281" y="11169"/>
                    </a:lnTo>
                    <a:lnTo>
                      <a:pt x="134727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00" name="Freeform: Shape 366"/>
              <p:cNvSpPr/>
              <p:nvPr/>
            </p:nvSpPr>
            <p:spPr>
              <a:xfrm>
                <a:off x="7997400" y="4247280"/>
                <a:ext cx="61200" cy="9288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78182" h="118479">
                    <a:moveTo>
                      <a:pt x="78183" y="87843"/>
                    </a:moveTo>
                    <a:lnTo>
                      <a:pt x="7818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77851" y="0"/>
                    </a:lnTo>
                    <a:lnTo>
                      <a:pt x="77851" y="28263"/>
                    </a:lnTo>
                    <a:lnTo>
                      <a:pt x="64990" y="28263"/>
                    </a:lnTo>
                    <a:lnTo>
                      <a:pt x="64990" y="11169"/>
                    </a:lnTo>
                    <a:lnTo>
                      <a:pt x="28778" y="11169"/>
                    </a:lnTo>
                    <a:lnTo>
                      <a:pt x="28778" y="50766"/>
                    </a:lnTo>
                    <a:lnTo>
                      <a:pt x="64824" y="50766"/>
                    </a:lnTo>
                    <a:lnTo>
                      <a:pt x="64824" y="62616"/>
                    </a:lnTo>
                    <a:lnTo>
                      <a:pt x="28778" y="62616"/>
                    </a:lnTo>
                    <a:lnTo>
                      <a:pt x="28778" y="107292"/>
                    </a:lnTo>
                    <a:lnTo>
                      <a:pt x="65339" y="107292"/>
                    </a:lnTo>
                    <a:lnTo>
                      <a:pt x="65339" y="87824"/>
                    </a:lnTo>
                    <a:lnTo>
                      <a:pt x="78183" y="87824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01" name="Freeform: Shape 367"/>
              <p:cNvSpPr/>
              <p:nvPr/>
            </p:nvSpPr>
            <p:spPr>
              <a:xfrm>
                <a:off x="8080560" y="4247280"/>
                <a:ext cx="95760" cy="92880"/>
              </a:xfrm>
              <a:custGeom>
                <a:avLst/>
                <a:gdLst>
                  <a:gd name="textAreaLeft" fmla="*/ 0 w 95760"/>
                  <a:gd name="textAreaRight" fmla="*/ 96120 w 957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22195" h="118479">
                    <a:moveTo>
                      <a:pt x="122196" y="11169"/>
                    </a:moveTo>
                    <a:lnTo>
                      <a:pt x="107642" y="11169"/>
                    </a:lnTo>
                    <a:lnTo>
                      <a:pt x="107642" y="118479"/>
                    </a:lnTo>
                    <a:lnTo>
                      <a:pt x="92572" y="118479"/>
                    </a:lnTo>
                    <a:lnTo>
                      <a:pt x="27416" y="21160"/>
                    </a:lnTo>
                    <a:lnTo>
                      <a:pt x="27416" y="107310"/>
                    </a:lnTo>
                    <a:lnTo>
                      <a:pt x="41971" y="107310"/>
                    </a:lnTo>
                    <a:lnTo>
                      <a:pt x="41971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29275" y="0"/>
                    </a:lnTo>
                    <a:lnTo>
                      <a:pt x="94780" y="96988"/>
                    </a:lnTo>
                    <a:lnTo>
                      <a:pt x="94780" y="11169"/>
                    </a:lnTo>
                    <a:lnTo>
                      <a:pt x="80225" y="11169"/>
                    </a:lnTo>
                    <a:lnTo>
                      <a:pt x="80225" y="0"/>
                    </a:lnTo>
                    <a:lnTo>
                      <a:pt x="122196" y="0"/>
                    </a:lnTo>
                    <a:lnTo>
                      <a:pt x="122196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02" name="Freeform: Shape 368"/>
              <p:cNvSpPr/>
              <p:nvPr/>
            </p:nvSpPr>
            <p:spPr>
              <a:xfrm>
                <a:off x="8194320" y="4247280"/>
                <a:ext cx="72360" cy="92880"/>
              </a:xfrm>
              <a:custGeom>
                <a:avLst/>
                <a:gdLst>
                  <a:gd name="textAreaLeft" fmla="*/ 0 w 72360"/>
                  <a:gd name="textAreaRight" fmla="*/ 72720 w 723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92424" h="118479">
                    <a:moveTo>
                      <a:pt x="92424" y="33176"/>
                    </a:moveTo>
                    <a:lnTo>
                      <a:pt x="79563" y="33176"/>
                    </a:lnTo>
                    <a:lnTo>
                      <a:pt x="79563" y="11169"/>
                    </a:lnTo>
                    <a:lnTo>
                      <a:pt x="53324" y="11169"/>
                    </a:lnTo>
                    <a:lnTo>
                      <a:pt x="53324" y="107310"/>
                    </a:lnTo>
                    <a:lnTo>
                      <a:pt x="68890" y="107310"/>
                    </a:lnTo>
                    <a:lnTo>
                      <a:pt x="68890" y="118479"/>
                    </a:lnTo>
                    <a:lnTo>
                      <a:pt x="23534" y="118479"/>
                    </a:lnTo>
                    <a:lnTo>
                      <a:pt x="23534" y="107310"/>
                    </a:lnTo>
                    <a:lnTo>
                      <a:pt x="39101" y="107310"/>
                    </a:lnTo>
                    <a:lnTo>
                      <a:pt x="39101" y="11169"/>
                    </a:lnTo>
                    <a:lnTo>
                      <a:pt x="12862" y="11169"/>
                    </a:lnTo>
                    <a:lnTo>
                      <a:pt x="12862" y="33176"/>
                    </a:lnTo>
                    <a:lnTo>
                      <a:pt x="0" y="33176"/>
                    </a:lnTo>
                    <a:lnTo>
                      <a:pt x="0" y="0"/>
                    </a:lnTo>
                    <a:lnTo>
                      <a:pt x="92406" y="0"/>
                    </a:lnTo>
                    <a:lnTo>
                      <a:pt x="92406" y="33176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  <p:sp>
          <p:nvSpPr>
            <p:cNvPr id="303" name="Freeform: Shape 369"/>
            <p:cNvSpPr/>
            <p:nvPr/>
          </p:nvSpPr>
          <p:spPr>
            <a:xfrm>
              <a:off x="7077960" y="4092480"/>
              <a:ext cx="567360" cy="8640"/>
            </a:xfrm>
            <a:custGeom>
              <a:avLst/>
              <a:gdLst>
                <a:gd name="textAreaLeft" fmla="*/ 0 w 567360"/>
                <a:gd name="textAreaRight" fmla="*/ 567720 w 567360"/>
                <a:gd name="textAreaTop" fmla="*/ 0 h 8640"/>
                <a:gd name="textAreaBottom" fmla="*/ 9000 h 8640"/>
              </a:gdLst>
              <a:ahLst/>
              <a:rect l="textAreaLeft" t="textAreaTop" r="textAreaRight" b="textAreaBottom"/>
              <a:pathLst>
                <a:path w="722154" h="11279">
                  <a:moveTo>
                    <a:pt x="0" y="0"/>
                  </a:moveTo>
                  <a:lnTo>
                    <a:pt x="722154" y="0"/>
                  </a:lnTo>
                  <a:lnTo>
                    <a:pt x="722154" y="11279"/>
                  </a:lnTo>
                  <a:lnTo>
                    <a:pt x="0" y="11279"/>
                  </a:ln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0" bIns="-36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grpSp>
          <p:nvGrpSpPr>
            <p:cNvPr id="304" name="Graphic 228"/>
            <p:cNvGrpSpPr/>
            <p:nvPr/>
          </p:nvGrpSpPr>
          <p:grpSpPr>
            <a:xfrm>
              <a:off x="7041960" y="3517920"/>
              <a:ext cx="639360" cy="582840"/>
              <a:chOff x="7041960" y="3517920"/>
              <a:chExt cx="639360" cy="582840"/>
            </a:xfrm>
          </p:grpSpPr>
          <p:sp>
            <p:nvSpPr>
              <p:cNvPr id="305" name="Freeform: Shape 371"/>
              <p:cNvSpPr/>
              <p:nvPr/>
            </p:nvSpPr>
            <p:spPr>
              <a:xfrm>
                <a:off x="7247160" y="3517920"/>
                <a:ext cx="434160" cy="582840"/>
              </a:xfrm>
              <a:custGeom>
                <a:avLst/>
                <a:gdLst>
                  <a:gd name="textAreaLeft" fmla="*/ 0 w 434160"/>
                  <a:gd name="textAreaRight" fmla="*/ 434520 w 434160"/>
                  <a:gd name="textAreaTop" fmla="*/ 0 h 582840"/>
                  <a:gd name="textAreaBottom" fmla="*/ 583200 h 582840"/>
                </a:gdLst>
                <a:ahLst/>
                <a:rect l="textAreaLeft" t="textAreaTop" r="textAreaRight" b="textAreaBottom"/>
                <a:pathLst>
                  <a:path w="552674" h="741860">
                    <a:moveTo>
                      <a:pt x="343964" y="741861"/>
                    </a:moveTo>
                    <a:lnTo>
                      <a:pt x="35024" y="741861"/>
                    </a:lnTo>
                    <a:lnTo>
                      <a:pt x="66525" y="520285"/>
                    </a:lnTo>
                    <a:cubicBezTo>
                      <a:pt x="67482" y="513514"/>
                      <a:pt x="66930" y="507019"/>
                      <a:pt x="64832" y="500413"/>
                    </a:cubicBezTo>
                    <a:cubicBezTo>
                      <a:pt x="61152" y="488895"/>
                      <a:pt x="28510" y="386663"/>
                      <a:pt x="14231" y="345796"/>
                    </a:cubicBezTo>
                    <a:cubicBezTo>
                      <a:pt x="-5402" y="289601"/>
                      <a:pt x="-12909" y="175391"/>
                      <a:pt x="46929" y="91100"/>
                    </a:cubicBezTo>
                    <a:cubicBezTo>
                      <a:pt x="89838" y="30636"/>
                      <a:pt x="156889" y="0"/>
                      <a:pt x="246222" y="0"/>
                    </a:cubicBezTo>
                    <a:cubicBezTo>
                      <a:pt x="318443" y="0"/>
                      <a:pt x="376219" y="21215"/>
                      <a:pt x="417914" y="63039"/>
                    </a:cubicBezTo>
                    <a:cubicBezTo>
                      <a:pt x="483990" y="129335"/>
                      <a:pt x="490816" y="227188"/>
                      <a:pt x="490687" y="266178"/>
                    </a:cubicBezTo>
                    <a:lnTo>
                      <a:pt x="490687" y="289877"/>
                    </a:lnTo>
                    <a:cubicBezTo>
                      <a:pt x="490687" y="295379"/>
                      <a:pt x="491828" y="300734"/>
                      <a:pt x="494055" y="305757"/>
                    </a:cubicBezTo>
                    <a:lnTo>
                      <a:pt x="551427" y="434816"/>
                    </a:lnTo>
                    <a:cubicBezTo>
                      <a:pt x="553414" y="439287"/>
                      <a:pt x="553009" y="444403"/>
                      <a:pt x="550341" y="448506"/>
                    </a:cubicBezTo>
                    <a:cubicBezTo>
                      <a:pt x="547673" y="452609"/>
                      <a:pt x="543165" y="455056"/>
                      <a:pt x="538270" y="455056"/>
                    </a:cubicBezTo>
                    <a:lnTo>
                      <a:pt x="478396" y="455056"/>
                    </a:lnTo>
                    <a:cubicBezTo>
                      <a:pt x="474146" y="455056"/>
                      <a:pt x="470705" y="458516"/>
                      <a:pt x="470705" y="462748"/>
                    </a:cubicBezTo>
                    <a:lnTo>
                      <a:pt x="470705" y="582791"/>
                    </a:lnTo>
                    <a:cubicBezTo>
                      <a:pt x="470705" y="593261"/>
                      <a:pt x="462185" y="601780"/>
                      <a:pt x="451716" y="601780"/>
                    </a:cubicBezTo>
                    <a:lnTo>
                      <a:pt x="351674" y="601780"/>
                    </a:lnTo>
                    <a:cubicBezTo>
                      <a:pt x="347423" y="601780"/>
                      <a:pt x="343982" y="605239"/>
                      <a:pt x="343982" y="609471"/>
                    </a:cubicBezTo>
                    <a:lnTo>
                      <a:pt x="343982" y="741861"/>
                    </a:lnTo>
                    <a:close/>
                    <a:moveTo>
                      <a:pt x="48033" y="730582"/>
                    </a:moveTo>
                    <a:lnTo>
                      <a:pt x="332685" y="730582"/>
                    </a:lnTo>
                    <a:lnTo>
                      <a:pt x="332685" y="609508"/>
                    </a:lnTo>
                    <a:cubicBezTo>
                      <a:pt x="332685" y="599038"/>
                      <a:pt x="341204" y="590519"/>
                      <a:pt x="351674" y="590519"/>
                    </a:cubicBezTo>
                    <a:lnTo>
                      <a:pt x="451716" y="590519"/>
                    </a:lnTo>
                    <a:cubicBezTo>
                      <a:pt x="455966" y="590519"/>
                      <a:pt x="459407" y="587060"/>
                      <a:pt x="459407" y="582828"/>
                    </a:cubicBezTo>
                    <a:lnTo>
                      <a:pt x="459407" y="462784"/>
                    </a:lnTo>
                    <a:cubicBezTo>
                      <a:pt x="459407" y="452315"/>
                      <a:pt x="467926" y="443795"/>
                      <a:pt x="478396" y="443795"/>
                    </a:cubicBezTo>
                    <a:lnTo>
                      <a:pt x="538252" y="443795"/>
                    </a:lnTo>
                    <a:cubicBezTo>
                      <a:pt x="539779" y="443795"/>
                      <a:pt x="540589" y="442802"/>
                      <a:pt x="540865" y="442379"/>
                    </a:cubicBezTo>
                    <a:cubicBezTo>
                      <a:pt x="541141" y="441955"/>
                      <a:pt x="541730" y="440815"/>
                      <a:pt x="541104" y="439416"/>
                    </a:cubicBezTo>
                    <a:lnTo>
                      <a:pt x="483750" y="310357"/>
                    </a:lnTo>
                    <a:cubicBezTo>
                      <a:pt x="480862" y="303880"/>
                      <a:pt x="479408" y="296998"/>
                      <a:pt x="479408" y="289896"/>
                    </a:cubicBezTo>
                    <a:lnTo>
                      <a:pt x="479408" y="266159"/>
                    </a:lnTo>
                    <a:cubicBezTo>
                      <a:pt x="479537" y="228586"/>
                      <a:pt x="473023" y="134340"/>
                      <a:pt x="409929" y="71025"/>
                    </a:cubicBezTo>
                    <a:cubicBezTo>
                      <a:pt x="370423" y="31391"/>
                      <a:pt x="315351" y="11298"/>
                      <a:pt x="246222" y="11298"/>
                    </a:cubicBezTo>
                    <a:cubicBezTo>
                      <a:pt x="160753" y="11298"/>
                      <a:pt x="96793" y="40352"/>
                      <a:pt x="56129" y="97650"/>
                    </a:cubicBezTo>
                    <a:cubicBezTo>
                      <a:pt x="-1225" y="178446"/>
                      <a:pt x="6025" y="288093"/>
                      <a:pt x="24885" y="342079"/>
                    </a:cubicBezTo>
                    <a:cubicBezTo>
                      <a:pt x="39219" y="383093"/>
                      <a:pt x="71898" y="485472"/>
                      <a:pt x="75578" y="497009"/>
                    </a:cubicBezTo>
                    <a:cubicBezTo>
                      <a:pt x="78209" y="505271"/>
                      <a:pt x="78908" y="513404"/>
                      <a:pt x="77694" y="521886"/>
                    </a:cubicBezTo>
                    <a:lnTo>
                      <a:pt x="48033" y="730582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06" name="Freeform: Shape 372"/>
              <p:cNvSpPr/>
              <p:nvPr/>
            </p:nvSpPr>
            <p:spPr>
              <a:xfrm>
                <a:off x="7041960" y="3647520"/>
                <a:ext cx="237600" cy="453240"/>
              </a:xfrm>
              <a:custGeom>
                <a:avLst/>
                <a:gdLst>
                  <a:gd name="textAreaLeft" fmla="*/ 0 w 237600"/>
                  <a:gd name="textAreaRight" fmla="*/ 237960 w 237600"/>
                  <a:gd name="textAreaTop" fmla="*/ 0 h 453240"/>
                  <a:gd name="textAreaBottom" fmla="*/ 453600 h 453240"/>
                </a:gdLst>
                <a:ahLst/>
                <a:rect l="textAreaLeft" t="textAreaTop" r="textAreaRight" b="textAreaBottom"/>
                <a:pathLst>
                  <a:path w="302856" h="576866">
                    <a:moveTo>
                      <a:pt x="302857" y="576866"/>
                    </a:moveTo>
                    <a:lnTo>
                      <a:pt x="160494" y="576866"/>
                    </a:lnTo>
                    <a:lnTo>
                      <a:pt x="160494" y="473438"/>
                    </a:lnTo>
                    <a:cubicBezTo>
                      <a:pt x="160494" y="470826"/>
                      <a:pt x="159832" y="470163"/>
                      <a:pt x="157256" y="470163"/>
                    </a:cubicBezTo>
                    <a:lnTo>
                      <a:pt x="79754" y="470163"/>
                    </a:lnTo>
                    <a:cubicBezTo>
                      <a:pt x="71235" y="470163"/>
                      <a:pt x="60452" y="461975"/>
                      <a:pt x="60452" y="452775"/>
                    </a:cubicBezTo>
                    <a:lnTo>
                      <a:pt x="60452" y="359780"/>
                    </a:lnTo>
                    <a:cubicBezTo>
                      <a:pt x="60452" y="358124"/>
                      <a:pt x="60323" y="357259"/>
                      <a:pt x="60213" y="356854"/>
                    </a:cubicBezTo>
                    <a:cubicBezTo>
                      <a:pt x="59992" y="356818"/>
                      <a:pt x="59624" y="356781"/>
                      <a:pt x="59090" y="356781"/>
                    </a:cubicBezTo>
                    <a:lnTo>
                      <a:pt x="12703" y="356781"/>
                    </a:lnTo>
                    <a:cubicBezTo>
                      <a:pt x="8563" y="356781"/>
                      <a:pt x="4644" y="354573"/>
                      <a:pt x="2234" y="350856"/>
                    </a:cubicBezTo>
                    <a:cubicBezTo>
                      <a:pt x="-250" y="347029"/>
                      <a:pt x="-692" y="342392"/>
                      <a:pt x="1056" y="338454"/>
                    </a:cubicBezTo>
                    <a:lnTo>
                      <a:pt x="45198" y="237658"/>
                    </a:lnTo>
                    <a:cubicBezTo>
                      <a:pt x="46560" y="234622"/>
                      <a:pt x="47130" y="231089"/>
                      <a:pt x="47130" y="225845"/>
                    </a:cubicBezTo>
                    <a:lnTo>
                      <a:pt x="47130" y="207610"/>
                    </a:lnTo>
                    <a:cubicBezTo>
                      <a:pt x="47057" y="177305"/>
                      <a:pt x="52466" y="101201"/>
                      <a:pt x="104208" y="49331"/>
                    </a:cubicBezTo>
                    <a:cubicBezTo>
                      <a:pt x="136868" y="16597"/>
                      <a:pt x="182004" y="0"/>
                      <a:pt x="238364" y="0"/>
                    </a:cubicBezTo>
                    <a:cubicBezTo>
                      <a:pt x="252109" y="0"/>
                      <a:pt x="265357" y="957"/>
                      <a:pt x="277777" y="2870"/>
                    </a:cubicBezTo>
                    <a:lnTo>
                      <a:pt x="276066" y="14021"/>
                    </a:lnTo>
                    <a:cubicBezTo>
                      <a:pt x="264216" y="12199"/>
                      <a:pt x="251520" y="11279"/>
                      <a:pt x="238346" y="11279"/>
                    </a:cubicBezTo>
                    <a:cubicBezTo>
                      <a:pt x="185077" y="11279"/>
                      <a:pt x="142628" y="26754"/>
                      <a:pt x="112175" y="57298"/>
                    </a:cubicBezTo>
                    <a:cubicBezTo>
                      <a:pt x="62053" y="107531"/>
                      <a:pt x="58336" y="185033"/>
                      <a:pt x="58391" y="207573"/>
                    </a:cubicBezTo>
                    <a:lnTo>
                      <a:pt x="58391" y="225845"/>
                    </a:lnTo>
                    <a:cubicBezTo>
                      <a:pt x="58391" y="230445"/>
                      <a:pt x="58060" y="236462"/>
                      <a:pt x="55502" y="242202"/>
                    </a:cubicBezTo>
                    <a:lnTo>
                      <a:pt x="11379" y="342999"/>
                    </a:lnTo>
                    <a:cubicBezTo>
                      <a:pt x="11195" y="343422"/>
                      <a:pt x="11324" y="344121"/>
                      <a:pt x="11710" y="344710"/>
                    </a:cubicBezTo>
                    <a:cubicBezTo>
                      <a:pt x="12004" y="345170"/>
                      <a:pt x="12427" y="345501"/>
                      <a:pt x="12703" y="345501"/>
                    </a:cubicBezTo>
                    <a:lnTo>
                      <a:pt x="59090" y="345501"/>
                    </a:lnTo>
                    <a:cubicBezTo>
                      <a:pt x="67481" y="345501"/>
                      <a:pt x="71731" y="350304"/>
                      <a:pt x="71731" y="359780"/>
                    </a:cubicBezTo>
                    <a:lnTo>
                      <a:pt x="71731" y="452775"/>
                    </a:lnTo>
                    <a:cubicBezTo>
                      <a:pt x="71731" y="454817"/>
                      <a:pt x="76608" y="458865"/>
                      <a:pt x="79754" y="458865"/>
                    </a:cubicBezTo>
                    <a:lnTo>
                      <a:pt x="157256" y="458865"/>
                    </a:lnTo>
                    <a:cubicBezTo>
                      <a:pt x="166070" y="458865"/>
                      <a:pt x="171774" y="464588"/>
                      <a:pt x="171774" y="473438"/>
                    </a:cubicBezTo>
                    <a:lnTo>
                      <a:pt x="171774" y="565587"/>
                    </a:lnTo>
                    <a:lnTo>
                      <a:pt x="302857" y="565587"/>
                    </a:lnTo>
                    <a:lnTo>
                      <a:pt x="302857" y="576866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  <p:sp>
          <p:nvSpPr>
            <p:cNvPr id="307" name="Freeform: Shape 373"/>
            <p:cNvSpPr/>
            <p:nvPr/>
          </p:nvSpPr>
          <p:spPr>
            <a:xfrm>
              <a:off x="7291080" y="3565440"/>
              <a:ext cx="291600" cy="29160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1600"/>
                <a:gd name="textAreaBottom" fmla="*/ 291960 h 291600"/>
              </a:gdLst>
              <a:ahLst/>
              <a:rect l="textAreaLeft" t="textAreaTop" r="textAreaRight" b="textAreaBottom"/>
              <a:pathLst>
                <a:path w="371427" h="371427">
                  <a:moveTo>
                    <a:pt x="219791" y="371427"/>
                  </a:moveTo>
                  <a:lnTo>
                    <a:pt x="156089" y="371427"/>
                  </a:lnTo>
                  <a:lnTo>
                    <a:pt x="152648" y="332437"/>
                  </a:lnTo>
                  <a:cubicBezTo>
                    <a:pt x="138646" y="328794"/>
                    <a:pt x="124202" y="322096"/>
                    <a:pt x="108709" y="312087"/>
                  </a:cubicBezTo>
                  <a:lnTo>
                    <a:pt x="77759" y="337920"/>
                  </a:lnTo>
                  <a:lnTo>
                    <a:pt x="32532" y="292950"/>
                  </a:lnTo>
                  <a:lnTo>
                    <a:pt x="58623" y="261302"/>
                  </a:lnTo>
                  <a:cubicBezTo>
                    <a:pt x="49993" y="246950"/>
                    <a:pt x="43921" y="232524"/>
                    <a:pt x="40554" y="218319"/>
                  </a:cubicBezTo>
                  <a:lnTo>
                    <a:pt x="0" y="214786"/>
                  </a:lnTo>
                  <a:lnTo>
                    <a:pt x="0" y="151084"/>
                  </a:lnTo>
                  <a:lnTo>
                    <a:pt x="41272" y="147533"/>
                  </a:lnTo>
                  <a:cubicBezTo>
                    <a:pt x="44713" y="134451"/>
                    <a:pt x="50877" y="121037"/>
                    <a:pt x="60390" y="105857"/>
                  </a:cubicBezTo>
                  <a:lnTo>
                    <a:pt x="32900" y="73159"/>
                  </a:lnTo>
                  <a:lnTo>
                    <a:pt x="77980" y="28318"/>
                  </a:lnTo>
                  <a:lnTo>
                    <a:pt x="110788" y="56231"/>
                  </a:lnTo>
                  <a:cubicBezTo>
                    <a:pt x="122914" y="48926"/>
                    <a:pt x="136585" y="43461"/>
                    <a:pt x="152354" y="39597"/>
                  </a:cubicBezTo>
                  <a:lnTo>
                    <a:pt x="156108" y="0"/>
                  </a:lnTo>
                  <a:lnTo>
                    <a:pt x="219736" y="0"/>
                  </a:lnTo>
                  <a:lnTo>
                    <a:pt x="223379" y="38861"/>
                  </a:lnTo>
                  <a:cubicBezTo>
                    <a:pt x="240822" y="42670"/>
                    <a:pt x="254310" y="47583"/>
                    <a:pt x="266123" y="54428"/>
                  </a:cubicBezTo>
                  <a:lnTo>
                    <a:pt x="297698" y="27876"/>
                  </a:lnTo>
                  <a:lnTo>
                    <a:pt x="342539" y="72975"/>
                  </a:lnTo>
                  <a:lnTo>
                    <a:pt x="316245" y="103869"/>
                  </a:lnTo>
                  <a:cubicBezTo>
                    <a:pt x="324194" y="116602"/>
                    <a:pt x="330064" y="130973"/>
                    <a:pt x="334093" y="147552"/>
                  </a:cubicBezTo>
                  <a:lnTo>
                    <a:pt x="371427" y="151103"/>
                  </a:lnTo>
                  <a:lnTo>
                    <a:pt x="371427" y="214712"/>
                  </a:lnTo>
                  <a:lnTo>
                    <a:pt x="334829" y="218245"/>
                  </a:lnTo>
                  <a:cubicBezTo>
                    <a:pt x="330873" y="236370"/>
                    <a:pt x="325482" y="250869"/>
                    <a:pt x="318030" y="263271"/>
                  </a:cubicBezTo>
                  <a:lnTo>
                    <a:pt x="342925" y="293097"/>
                  </a:lnTo>
                  <a:lnTo>
                    <a:pt x="297955" y="338325"/>
                  </a:lnTo>
                  <a:lnTo>
                    <a:pt x="268239" y="313853"/>
                  </a:lnTo>
                  <a:cubicBezTo>
                    <a:pt x="253335" y="323127"/>
                    <a:pt x="238191" y="329585"/>
                    <a:pt x="223121" y="333136"/>
                  </a:cubicBezTo>
                  <a:lnTo>
                    <a:pt x="219791" y="371427"/>
                  </a:lnTo>
                  <a:close/>
                  <a:moveTo>
                    <a:pt x="166412" y="360130"/>
                  </a:moveTo>
                  <a:lnTo>
                    <a:pt x="209432" y="360130"/>
                  </a:lnTo>
                  <a:lnTo>
                    <a:pt x="212596" y="323789"/>
                  </a:lnTo>
                  <a:lnTo>
                    <a:pt x="216755" y="322961"/>
                  </a:lnTo>
                  <a:cubicBezTo>
                    <a:pt x="232965" y="319741"/>
                    <a:pt x="249397" y="312730"/>
                    <a:pt x="265589" y="302169"/>
                  </a:cubicBezTo>
                  <a:lnTo>
                    <a:pt x="269067" y="299906"/>
                  </a:lnTo>
                  <a:lnTo>
                    <a:pt x="297219" y="323090"/>
                  </a:lnTo>
                  <a:lnTo>
                    <a:pt x="327708" y="292435"/>
                  </a:lnTo>
                  <a:lnTo>
                    <a:pt x="304101" y="264154"/>
                  </a:lnTo>
                  <a:lnTo>
                    <a:pt x="306382" y="260658"/>
                  </a:lnTo>
                  <a:cubicBezTo>
                    <a:pt x="314754" y="247833"/>
                    <a:pt x="320569" y="232340"/>
                    <a:pt x="324654" y="211934"/>
                  </a:cubicBezTo>
                  <a:lnTo>
                    <a:pt x="325482" y="207831"/>
                  </a:lnTo>
                  <a:lnTo>
                    <a:pt x="360185" y="204482"/>
                  </a:lnTo>
                  <a:lnTo>
                    <a:pt x="360185" y="161388"/>
                  </a:lnTo>
                  <a:lnTo>
                    <a:pt x="324948" y="158040"/>
                  </a:lnTo>
                  <a:lnTo>
                    <a:pt x="324065" y="154028"/>
                  </a:lnTo>
                  <a:cubicBezTo>
                    <a:pt x="319962" y="135499"/>
                    <a:pt x="313595" y="119988"/>
                    <a:pt x="304598" y="106574"/>
                  </a:cubicBezTo>
                  <a:lnTo>
                    <a:pt x="302206" y="103023"/>
                  </a:lnTo>
                  <a:lnTo>
                    <a:pt x="327267" y="73601"/>
                  </a:lnTo>
                  <a:lnTo>
                    <a:pt x="297072" y="43241"/>
                  </a:lnTo>
                  <a:lnTo>
                    <a:pt x="267190" y="68357"/>
                  </a:lnTo>
                  <a:lnTo>
                    <a:pt x="263712" y="66167"/>
                  </a:lnTo>
                  <a:cubicBezTo>
                    <a:pt x="251366" y="58366"/>
                    <a:pt x="236977" y="53103"/>
                    <a:pt x="217086" y="49092"/>
                  </a:cubicBezTo>
                  <a:lnTo>
                    <a:pt x="212983" y="48264"/>
                  </a:lnTo>
                  <a:lnTo>
                    <a:pt x="209524" y="11316"/>
                  </a:lnTo>
                  <a:lnTo>
                    <a:pt x="166430" y="11316"/>
                  </a:lnTo>
                  <a:lnTo>
                    <a:pt x="162879" y="48816"/>
                  </a:lnTo>
                  <a:lnTo>
                    <a:pt x="158868" y="49717"/>
                  </a:lnTo>
                  <a:cubicBezTo>
                    <a:pt x="141130" y="53674"/>
                    <a:pt x="126262" y="59635"/>
                    <a:pt x="113401" y="67989"/>
                  </a:cubicBezTo>
                  <a:lnTo>
                    <a:pt x="109868" y="70271"/>
                  </a:lnTo>
                  <a:lnTo>
                    <a:pt x="78606" y="43682"/>
                  </a:lnTo>
                  <a:lnTo>
                    <a:pt x="48245" y="73877"/>
                  </a:lnTo>
                  <a:lnTo>
                    <a:pt x="74411" y="105010"/>
                  </a:lnTo>
                  <a:lnTo>
                    <a:pt x="72129" y="108506"/>
                  </a:lnTo>
                  <a:cubicBezTo>
                    <a:pt x="61034" y="125582"/>
                    <a:pt x="54428" y="140063"/>
                    <a:pt x="51318" y="154065"/>
                  </a:cubicBezTo>
                  <a:lnTo>
                    <a:pt x="50417" y="158113"/>
                  </a:lnTo>
                  <a:lnTo>
                    <a:pt x="11279" y="161480"/>
                  </a:lnTo>
                  <a:lnTo>
                    <a:pt x="11279" y="204482"/>
                  </a:lnTo>
                  <a:lnTo>
                    <a:pt x="49865" y="207849"/>
                  </a:lnTo>
                  <a:lnTo>
                    <a:pt x="50693" y="211989"/>
                  </a:lnTo>
                  <a:cubicBezTo>
                    <a:pt x="53765" y="227335"/>
                    <a:pt x="60371" y="243086"/>
                    <a:pt x="70289" y="258818"/>
                  </a:cubicBezTo>
                  <a:lnTo>
                    <a:pt x="72460" y="262277"/>
                  </a:lnTo>
                  <a:lnTo>
                    <a:pt x="47749" y="292251"/>
                  </a:lnTo>
                  <a:lnTo>
                    <a:pt x="78385" y="322722"/>
                  </a:lnTo>
                  <a:lnTo>
                    <a:pt x="107899" y="298066"/>
                  </a:lnTo>
                  <a:lnTo>
                    <a:pt x="111413" y="300421"/>
                  </a:lnTo>
                  <a:cubicBezTo>
                    <a:pt x="128581" y="311939"/>
                    <a:pt x="144184" y="319152"/>
                    <a:pt x="159088" y="322427"/>
                  </a:cubicBezTo>
                  <a:lnTo>
                    <a:pt x="163137" y="323329"/>
                  </a:lnTo>
                  <a:lnTo>
                    <a:pt x="166412" y="360130"/>
                  </a:lnTo>
                  <a:close/>
                  <a:moveTo>
                    <a:pt x="189320" y="285277"/>
                  </a:moveTo>
                  <a:cubicBezTo>
                    <a:pt x="133659" y="285277"/>
                    <a:pt x="88358" y="239994"/>
                    <a:pt x="88358" y="184315"/>
                  </a:cubicBezTo>
                  <a:cubicBezTo>
                    <a:pt x="88358" y="128636"/>
                    <a:pt x="133641" y="83353"/>
                    <a:pt x="189320" y="83353"/>
                  </a:cubicBezTo>
                  <a:cubicBezTo>
                    <a:pt x="244999" y="83353"/>
                    <a:pt x="290282" y="128654"/>
                    <a:pt x="290282" y="184315"/>
                  </a:cubicBezTo>
                  <a:cubicBezTo>
                    <a:pt x="290282" y="239976"/>
                    <a:pt x="244981" y="285277"/>
                    <a:pt x="189320" y="285277"/>
                  </a:cubicBezTo>
                  <a:close/>
                  <a:moveTo>
                    <a:pt x="189320" y="94632"/>
                  </a:moveTo>
                  <a:cubicBezTo>
                    <a:pt x="139879" y="94632"/>
                    <a:pt x="99637" y="134855"/>
                    <a:pt x="99637" y="184315"/>
                  </a:cubicBezTo>
                  <a:cubicBezTo>
                    <a:pt x="99637" y="233775"/>
                    <a:pt x="139860" y="273980"/>
                    <a:pt x="189320" y="273980"/>
                  </a:cubicBezTo>
                  <a:cubicBezTo>
                    <a:pt x="238780" y="273980"/>
                    <a:pt x="279003" y="233757"/>
                    <a:pt x="279003" y="184315"/>
                  </a:cubicBezTo>
                  <a:cubicBezTo>
                    <a:pt x="279003" y="134874"/>
                    <a:pt x="238762" y="94632"/>
                    <a:pt x="189320" y="94632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</p:grpSp>
      <p:sp>
        <p:nvSpPr>
          <p:cNvPr id="308" name="TextBox 55"/>
          <p:cNvSpPr/>
          <p:nvPr/>
        </p:nvSpPr>
        <p:spPr>
          <a:xfrm>
            <a:off x="289080" y="1498680"/>
            <a:ext cx="32922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712c3d"/>
                </a:solidFill>
                <a:latin typeface="Arial"/>
                <a:ea typeface="MS PGothic"/>
              </a:rPr>
              <a:t>Lorem ipsum dolor sit amet, consectetuer adipiscing elit. Donec odio. Quisque volutpat mattis eros. Nullam malesuada erat ut turpis. Suspendisse urna nibh, viverra non, semper suscipit, posuere a, pede.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Box 57"/>
          <p:cNvSpPr/>
          <p:nvPr/>
        </p:nvSpPr>
        <p:spPr>
          <a:xfrm>
            <a:off x="8507520" y="3592440"/>
            <a:ext cx="32922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712c3d"/>
                </a:solidFill>
                <a:latin typeface="Arial"/>
                <a:ea typeface="MS PGothic"/>
              </a:rPr>
              <a:t>Morbi in sem quis dui placerat ornare. Pellentesque odio nisi, euismod in, pharetra a, ultricies in, diam. Sed arcu. Cras consequat.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Picture 7" descr="A person standing in front of a shop&#10;&#10;Description automatically generated"/>
          <p:cNvPicPr/>
          <p:nvPr/>
        </p:nvPicPr>
        <p:blipFill>
          <a:blip r:embed="rId1"/>
          <a:srcRect l="-13836" t="0" r="0" b="0"/>
          <a:stretch/>
        </p:blipFill>
        <p:spPr>
          <a:xfrm>
            <a:off x="2824200" y="0"/>
            <a:ext cx="9367560" cy="6857640"/>
          </a:xfrm>
          <a:prstGeom prst="rect">
            <a:avLst/>
          </a:prstGeom>
          <a:ln w="0">
            <a:noFill/>
          </a:ln>
        </p:spPr>
      </p:pic>
      <p:sp>
        <p:nvSpPr>
          <p:cNvPr id="311" name="Freeform 35"/>
          <p:cNvSpPr/>
          <p:nvPr/>
        </p:nvSpPr>
        <p:spPr>
          <a:xfrm>
            <a:off x="-12600" y="0"/>
            <a:ext cx="5659200" cy="6857640"/>
          </a:xfrm>
          <a:custGeom>
            <a:avLst/>
            <a:gdLst>
              <a:gd name="textAreaLeft" fmla="*/ 0 w 5659200"/>
              <a:gd name="textAreaRight" fmla="*/ 5659560 w 565920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6604860" h="6858000">
                <a:moveTo>
                  <a:pt x="0" y="0"/>
                </a:moveTo>
                <a:lnTo>
                  <a:pt x="5300716" y="0"/>
                </a:lnTo>
                <a:lnTo>
                  <a:pt x="66048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65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c34628"/>
              </a:solidFill>
              <a:latin typeface="Calibri"/>
              <a:ea typeface="MS PGothic"/>
            </a:endParaRPr>
          </a:p>
        </p:txBody>
      </p:sp>
      <p:sp>
        <p:nvSpPr>
          <p:cNvPr id="312" name="Title 1"/>
          <p:cNvSpPr/>
          <p:nvPr/>
        </p:nvSpPr>
        <p:spPr>
          <a:xfrm>
            <a:off x="811080" y="681120"/>
            <a:ext cx="3333240" cy="10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chemeClr val="lt1"/>
                </a:solidFill>
                <a:latin typeface="Calibri"/>
                <a:ea typeface="MS PGothic"/>
              </a:rPr>
              <a:t>TITLE GOES HERE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chemeClr val="lt1"/>
                </a:solidFill>
                <a:latin typeface="Calibri"/>
                <a:ea typeface="MS PGothic"/>
              </a:rPr>
              <a:t>(max 3 lines)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Content Placeholder 9"/>
          <p:cNvSpPr/>
          <p:nvPr/>
        </p:nvSpPr>
        <p:spPr>
          <a:xfrm>
            <a:off x="747720" y="1914480"/>
            <a:ext cx="4138200" cy="41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Calibri"/>
                <a:ea typeface="MS PGothic"/>
              </a:rPr>
              <a:t>Use this slide to convey an example, case study or a message you would like to stand out.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Picture 6" descr="A person standing on a dry grass field&#10;&#10;Description automatically generated"/>
          <p:cNvPicPr/>
          <p:nvPr/>
        </p:nvPicPr>
        <p:blipFill>
          <a:blip r:embed="rId1"/>
          <a:stretch/>
        </p:blipFill>
        <p:spPr>
          <a:xfrm>
            <a:off x="3149640" y="-7920"/>
            <a:ext cx="5971680" cy="6865560"/>
          </a:xfrm>
          <a:prstGeom prst="rect">
            <a:avLst/>
          </a:prstGeom>
          <a:ln w="0">
            <a:noFill/>
          </a:ln>
        </p:spPr>
      </p:pic>
      <p:sp>
        <p:nvSpPr>
          <p:cNvPr id="315" name="Freeform 35"/>
          <p:cNvSpPr/>
          <p:nvPr/>
        </p:nvSpPr>
        <p:spPr>
          <a:xfrm>
            <a:off x="9360" y="-3240"/>
            <a:ext cx="4562280" cy="6864120"/>
          </a:xfrm>
          <a:custGeom>
            <a:avLst/>
            <a:gdLst>
              <a:gd name="textAreaLeft" fmla="*/ 0 w 4562280"/>
              <a:gd name="textAreaRight" fmla="*/ 4562640 w 4562280"/>
              <a:gd name="textAreaTop" fmla="*/ 0 h 6864120"/>
              <a:gd name="textAreaBottom" fmla="*/ 6864480 h 6864120"/>
            </a:gdLst>
            <a:ahLst/>
            <a:rect l="textAreaLeft" t="textAreaTop" r="textAreaRight" b="textAreaBottom"/>
            <a:pathLst>
              <a:path w="6604860" h="6858000">
                <a:moveTo>
                  <a:pt x="0" y="0"/>
                </a:moveTo>
                <a:lnTo>
                  <a:pt x="5300716" y="0"/>
                </a:lnTo>
                <a:lnTo>
                  <a:pt x="66048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e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404e65"/>
              </a:solidFill>
              <a:latin typeface="Calibri"/>
              <a:ea typeface="MS PGothic"/>
            </a:endParaRPr>
          </a:p>
        </p:txBody>
      </p:sp>
      <p:sp>
        <p:nvSpPr>
          <p:cNvPr id="316" name="Content Placeholder 9"/>
          <p:cNvSpPr/>
          <p:nvPr/>
        </p:nvSpPr>
        <p:spPr>
          <a:xfrm>
            <a:off x="814320" y="3606840"/>
            <a:ext cx="2187360" cy="12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MS PGothic"/>
              </a:rPr>
              <a:t>You can link issues in this slide, for instance environment, gender and access to food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Freeform 22"/>
          <p:cNvSpPr/>
          <p:nvPr/>
        </p:nvSpPr>
        <p:spPr>
          <a:xfrm flipH="1">
            <a:off x="7636680" y="-3240"/>
            <a:ext cx="4562280" cy="6864120"/>
          </a:xfrm>
          <a:custGeom>
            <a:avLst/>
            <a:gdLst>
              <a:gd name="textAreaLeft" fmla="*/ -360 w 4562280"/>
              <a:gd name="textAreaRight" fmla="*/ 4562280 w 4562280"/>
              <a:gd name="textAreaTop" fmla="*/ 0 h 6864120"/>
              <a:gd name="textAreaBottom" fmla="*/ 6864480 h 6864120"/>
            </a:gdLst>
            <a:ahLst/>
            <a:rect l="textAreaLeft" t="textAreaTop" r="textAreaRight" b="textAreaBottom"/>
            <a:pathLst>
              <a:path w="6604860" h="6858000">
                <a:moveTo>
                  <a:pt x="0" y="0"/>
                </a:moveTo>
                <a:lnTo>
                  <a:pt x="5300716" y="0"/>
                </a:lnTo>
                <a:lnTo>
                  <a:pt x="66048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98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7c98ab"/>
              </a:solidFill>
              <a:latin typeface="Calibri"/>
              <a:ea typeface="MS PGothic"/>
            </a:endParaRPr>
          </a:p>
        </p:txBody>
      </p:sp>
      <p:grpSp>
        <p:nvGrpSpPr>
          <p:cNvPr id="318" name="Graphic 228"/>
          <p:cNvGrpSpPr/>
          <p:nvPr/>
        </p:nvGrpSpPr>
        <p:grpSpPr>
          <a:xfrm>
            <a:off x="9754920" y="1861200"/>
            <a:ext cx="856440" cy="1226160"/>
            <a:chOff x="9754920" y="1861200"/>
            <a:chExt cx="856440" cy="1226160"/>
          </a:xfrm>
        </p:grpSpPr>
        <p:grpSp>
          <p:nvGrpSpPr>
            <p:cNvPr id="319" name="Graphic 228"/>
            <p:cNvGrpSpPr/>
            <p:nvPr/>
          </p:nvGrpSpPr>
          <p:grpSpPr>
            <a:xfrm>
              <a:off x="9892080" y="2940840"/>
              <a:ext cx="583920" cy="146520"/>
              <a:chOff x="9892080" y="2940840"/>
              <a:chExt cx="583920" cy="146520"/>
            </a:xfrm>
          </p:grpSpPr>
          <p:sp>
            <p:nvSpPr>
              <p:cNvPr id="320" name="Freeform: Shape 260"/>
              <p:cNvSpPr/>
              <p:nvPr/>
            </p:nvSpPr>
            <p:spPr>
              <a:xfrm>
                <a:off x="9892080" y="2944080"/>
                <a:ext cx="93960" cy="140040"/>
              </a:xfrm>
              <a:custGeom>
                <a:avLst/>
                <a:gdLst>
                  <a:gd name="textAreaLeft" fmla="*/ 0 w 93960"/>
                  <a:gd name="textAreaRight" fmla="*/ 94320 w 93960"/>
                  <a:gd name="textAreaTop" fmla="*/ 0 h 140040"/>
                  <a:gd name="textAreaBottom" fmla="*/ 140400 h 140040"/>
                </a:gdLst>
                <a:ahLst/>
                <a:rect l="textAreaLeft" t="textAreaTop" r="textAreaRight" b="textAreaBottom"/>
                <a:pathLst>
                  <a:path w="79378" h="118497">
                    <a:moveTo>
                      <a:pt x="79360" y="28281"/>
                    </a:moveTo>
                    <a:lnTo>
                      <a:pt x="66498" y="28281"/>
                    </a:lnTo>
                    <a:lnTo>
                      <a:pt x="66498" y="11187"/>
                    </a:lnTo>
                    <a:lnTo>
                      <a:pt x="28760" y="11187"/>
                    </a:lnTo>
                    <a:lnTo>
                      <a:pt x="28760" y="53508"/>
                    </a:lnTo>
                    <a:lnTo>
                      <a:pt x="65818" y="53508"/>
                    </a:lnTo>
                    <a:lnTo>
                      <a:pt x="65818" y="65358"/>
                    </a:lnTo>
                    <a:lnTo>
                      <a:pt x="28760" y="65358"/>
                    </a:lnTo>
                    <a:lnTo>
                      <a:pt x="28760" y="107329"/>
                    </a:lnTo>
                    <a:lnTo>
                      <a:pt x="46534" y="107329"/>
                    </a:lnTo>
                    <a:lnTo>
                      <a:pt x="46534" y="118498"/>
                    </a:lnTo>
                    <a:lnTo>
                      <a:pt x="0" y="118498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79379" y="0"/>
                    </a:lnTo>
                    <a:lnTo>
                      <a:pt x="79379" y="28281"/>
                    </a:lnTo>
                    <a:close/>
                  </a:path>
                </a:pathLst>
              </a:custGeom>
              <a:solidFill>
                <a:schemeClr val="bg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21" name="Freeform: Shape 261"/>
              <p:cNvSpPr/>
              <p:nvPr/>
            </p:nvSpPr>
            <p:spPr>
              <a:xfrm>
                <a:off x="10011240" y="2940840"/>
                <a:ext cx="137520" cy="146520"/>
              </a:xfrm>
              <a:custGeom>
                <a:avLst/>
                <a:gdLst>
                  <a:gd name="textAreaLeft" fmla="*/ 0 w 137520"/>
                  <a:gd name="textAreaRight" fmla="*/ 137880 w 137520"/>
                  <a:gd name="textAreaTop" fmla="*/ 0 h 146520"/>
                  <a:gd name="textAreaBottom" fmla="*/ 146880 h 146520"/>
                </a:gdLst>
                <a:ahLst/>
                <a:rect l="textAreaLeft" t="textAreaTop" r="textAreaRight" b="textAreaBottom"/>
                <a:pathLst>
                  <a:path w="116105" h="123888">
                    <a:moveTo>
                      <a:pt x="0" y="60923"/>
                    </a:moveTo>
                    <a:cubicBezTo>
                      <a:pt x="0" y="26901"/>
                      <a:pt x="23184" y="0"/>
                      <a:pt x="58053" y="0"/>
                    </a:cubicBezTo>
                    <a:cubicBezTo>
                      <a:pt x="92921" y="0"/>
                      <a:pt x="116105" y="26920"/>
                      <a:pt x="116105" y="60923"/>
                    </a:cubicBezTo>
                    <a:cubicBezTo>
                      <a:pt x="116105" y="95957"/>
                      <a:pt x="93602" y="123889"/>
                      <a:pt x="58053" y="123889"/>
                    </a:cubicBezTo>
                    <a:cubicBezTo>
                      <a:pt x="22503" y="123870"/>
                      <a:pt x="0" y="95957"/>
                      <a:pt x="0" y="60923"/>
                    </a:cubicBezTo>
                    <a:close/>
                    <a:moveTo>
                      <a:pt x="100870" y="60923"/>
                    </a:moveTo>
                    <a:cubicBezTo>
                      <a:pt x="100870" y="32826"/>
                      <a:pt x="84292" y="12862"/>
                      <a:pt x="58053" y="12862"/>
                    </a:cubicBezTo>
                    <a:cubicBezTo>
                      <a:pt x="31814" y="12862"/>
                      <a:pt x="15235" y="32826"/>
                      <a:pt x="15235" y="60923"/>
                    </a:cubicBezTo>
                    <a:cubicBezTo>
                      <a:pt x="15235" y="89701"/>
                      <a:pt x="31814" y="111027"/>
                      <a:pt x="58053" y="111027"/>
                    </a:cubicBezTo>
                    <a:cubicBezTo>
                      <a:pt x="84273" y="111009"/>
                      <a:pt x="100870" y="89683"/>
                      <a:pt x="100870" y="60923"/>
                    </a:cubicBezTo>
                    <a:close/>
                  </a:path>
                </a:pathLst>
              </a:custGeom>
              <a:solidFill>
                <a:schemeClr val="bg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22" name="Freeform: Shape 262"/>
              <p:cNvSpPr/>
              <p:nvPr/>
            </p:nvSpPr>
            <p:spPr>
              <a:xfrm>
                <a:off x="10182960" y="2940840"/>
                <a:ext cx="137520" cy="146520"/>
              </a:xfrm>
              <a:custGeom>
                <a:avLst/>
                <a:gdLst>
                  <a:gd name="textAreaLeft" fmla="*/ 0 w 137520"/>
                  <a:gd name="textAreaRight" fmla="*/ 137880 w 137520"/>
                  <a:gd name="textAreaTop" fmla="*/ 0 h 146520"/>
                  <a:gd name="textAreaBottom" fmla="*/ 146880 h 146520"/>
                </a:gdLst>
                <a:ahLst/>
                <a:rect l="textAreaLeft" t="textAreaTop" r="textAreaRight" b="textAreaBottom"/>
                <a:pathLst>
                  <a:path w="116105" h="123888">
                    <a:moveTo>
                      <a:pt x="0" y="60923"/>
                    </a:moveTo>
                    <a:cubicBezTo>
                      <a:pt x="0" y="26901"/>
                      <a:pt x="23184" y="0"/>
                      <a:pt x="58053" y="0"/>
                    </a:cubicBezTo>
                    <a:cubicBezTo>
                      <a:pt x="92921" y="0"/>
                      <a:pt x="116105" y="26920"/>
                      <a:pt x="116105" y="60923"/>
                    </a:cubicBezTo>
                    <a:cubicBezTo>
                      <a:pt x="116105" y="95957"/>
                      <a:pt x="93602" y="123889"/>
                      <a:pt x="58053" y="123889"/>
                    </a:cubicBezTo>
                    <a:cubicBezTo>
                      <a:pt x="22503" y="123870"/>
                      <a:pt x="0" y="95957"/>
                      <a:pt x="0" y="60923"/>
                    </a:cubicBezTo>
                    <a:close/>
                    <a:moveTo>
                      <a:pt x="100870" y="60923"/>
                    </a:moveTo>
                    <a:cubicBezTo>
                      <a:pt x="100870" y="32826"/>
                      <a:pt x="84291" y="12862"/>
                      <a:pt x="58053" y="12862"/>
                    </a:cubicBezTo>
                    <a:cubicBezTo>
                      <a:pt x="31814" y="12862"/>
                      <a:pt x="15235" y="32826"/>
                      <a:pt x="15235" y="60923"/>
                    </a:cubicBezTo>
                    <a:cubicBezTo>
                      <a:pt x="15235" y="89701"/>
                      <a:pt x="31814" y="111027"/>
                      <a:pt x="58053" y="111027"/>
                    </a:cubicBezTo>
                    <a:cubicBezTo>
                      <a:pt x="84291" y="111027"/>
                      <a:pt x="100870" y="89683"/>
                      <a:pt x="100870" y="60923"/>
                    </a:cubicBezTo>
                    <a:close/>
                  </a:path>
                </a:pathLst>
              </a:custGeom>
              <a:solidFill>
                <a:schemeClr val="bg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23" name="Freeform: Shape 263"/>
              <p:cNvSpPr/>
              <p:nvPr/>
            </p:nvSpPr>
            <p:spPr>
              <a:xfrm>
                <a:off x="10352880" y="2944080"/>
                <a:ext cx="123120" cy="14004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40040"/>
                  <a:gd name="textAreaBottom" fmla="*/ 140400 h 140040"/>
                </a:gdLst>
                <a:ahLst/>
                <a:rect l="textAreaLeft" t="textAreaTop" r="textAreaRight" b="textAreaBottom"/>
                <a:pathLst>
                  <a:path w="104090" h="118479">
                    <a:moveTo>
                      <a:pt x="104090" y="58899"/>
                    </a:moveTo>
                    <a:cubicBezTo>
                      <a:pt x="104090" y="95111"/>
                      <a:pt x="82764" y="118479"/>
                      <a:pt x="46203" y="118479"/>
                    </a:cubicBez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5191" y="0"/>
                    </a:lnTo>
                    <a:cubicBezTo>
                      <a:pt x="81072" y="18"/>
                      <a:pt x="104090" y="22522"/>
                      <a:pt x="104090" y="58899"/>
                    </a:cubicBezTo>
                    <a:close/>
                    <a:moveTo>
                      <a:pt x="88873" y="58402"/>
                    </a:moveTo>
                    <a:cubicBezTo>
                      <a:pt x="88873" y="28097"/>
                      <a:pt x="70933" y="11187"/>
                      <a:pt x="42670" y="11187"/>
                    </a:cubicBezTo>
                    <a:lnTo>
                      <a:pt x="28796" y="11187"/>
                    </a:lnTo>
                    <a:lnTo>
                      <a:pt x="28796" y="107329"/>
                    </a:lnTo>
                    <a:lnTo>
                      <a:pt x="43866" y="107329"/>
                    </a:lnTo>
                    <a:cubicBezTo>
                      <a:pt x="72626" y="107310"/>
                      <a:pt x="88873" y="90382"/>
                      <a:pt x="88873" y="58402"/>
                    </a:cubicBezTo>
                    <a:close/>
                  </a:path>
                </a:pathLst>
              </a:custGeom>
              <a:solidFill>
                <a:schemeClr val="bg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  <p:sp>
          <p:nvSpPr>
            <p:cNvPr id="324" name="Freeform: Shape 264"/>
            <p:cNvSpPr/>
            <p:nvPr/>
          </p:nvSpPr>
          <p:spPr>
            <a:xfrm>
              <a:off x="9754920" y="2724480"/>
              <a:ext cx="856440" cy="12960"/>
            </a:xfrm>
            <a:custGeom>
              <a:avLst/>
              <a:gdLst>
                <a:gd name="textAreaLeft" fmla="*/ 0 w 856440"/>
                <a:gd name="textAreaRight" fmla="*/ 856800 w 856440"/>
                <a:gd name="textAreaTop" fmla="*/ 0 h 12960"/>
                <a:gd name="textAreaBottom" fmla="*/ 13320 h 12960"/>
              </a:gdLst>
              <a:ahLst/>
              <a:rect l="textAreaLeft" t="textAreaTop" r="textAreaRight" b="textAreaBottom"/>
              <a:pathLst>
                <a:path w="722154" h="11279">
                  <a:moveTo>
                    <a:pt x="0" y="0"/>
                  </a:moveTo>
                  <a:lnTo>
                    <a:pt x="722154" y="0"/>
                  </a:lnTo>
                  <a:lnTo>
                    <a:pt x="722154" y="11279"/>
                  </a:lnTo>
                  <a:lnTo>
                    <a:pt x="0" y="11279"/>
                  </a:lnTo>
                  <a:close/>
                </a:path>
              </a:pathLst>
            </a:custGeom>
            <a:solidFill>
              <a:schemeClr val="bg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1680" bIns="-316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325" name="Freeform: Shape 265"/>
            <p:cNvSpPr/>
            <p:nvPr/>
          </p:nvSpPr>
          <p:spPr>
            <a:xfrm>
              <a:off x="10317240" y="2215800"/>
              <a:ext cx="160200" cy="300960"/>
            </a:xfrm>
            <a:custGeom>
              <a:avLst/>
              <a:gdLst>
                <a:gd name="textAreaLeft" fmla="*/ 0 w 160200"/>
                <a:gd name="textAreaRight" fmla="*/ 160560 w 160200"/>
                <a:gd name="textAreaTop" fmla="*/ 0 h 300960"/>
                <a:gd name="textAreaBottom" fmla="*/ 301320 h 300960"/>
              </a:gdLst>
              <a:ahLst/>
              <a:rect l="textAreaLeft" t="textAreaTop" r="textAreaRight" b="textAreaBottom"/>
              <a:pathLst>
                <a:path w="135407" h="253868">
                  <a:moveTo>
                    <a:pt x="135407" y="253868"/>
                  </a:moveTo>
                  <a:lnTo>
                    <a:pt x="0" y="253868"/>
                  </a:lnTo>
                  <a:lnTo>
                    <a:pt x="0" y="0"/>
                  </a:lnTo>
                  <a:lnTo>
                    <a:pt x="135407" y="0"/>
                  </a:lnTo>
                  <a:lnTo>
                    <a:pt x="135407" y="253868"/>
                  </a:lnTo>
                  <a:close/>
                  <a:moveTo>
                    <a:pt x="11298" y="242589"/>
                  </a:moveTo>
                  <a:lnTo>
                    <a:pt x="124128" y="242589"/>
                  </a:lnTo>
                  <a:lnTo>
                    <a:pt x="124128" y="11279"/>
                  </a:lnTo>
                  <a:lnTo>
                    <a:pt x="11298" y="11279"/>
                  </a:lnTo>
                  <a:lnTo>
                    <a:pt x="11298" y="242589"/>
                  </a:lnTo>
                  <a:close/>
                </a:path>
              </a:pathLst>
            </a:custGeom>
            <a:solidFill>
              <a:schemeClr val="bg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326" name="Freeform: Shape 266"/>
            <p:cNvSpPr/>
            <p:nvPr/>
          </p:nvSpPr>
          <p:spPr>
            <a:xfrm>
              <a:off x="10209960" y="1861200"/>
              <a:ext cx="193680" cy="86760"/>
            </a:xfrm>
            <a:custGeom>
              <a:avLst/>
              <a:gdLst>
                <a:gd name="textAreaLeft" fmla="*/ 0 w 193680"/>
                <a:gd name="textAreaRight" fmla="*/ 194040 w 193680"/>
                <a:gd name="textAreaTop" fmla="*/ 0 h 86760"/>
                <a:gd name="textAreaBottom" fmla="*/ 87120 h 86760"/>
              </a:gdLst>
              <a:ahLst/>
              <a:rect l="textAreaLeft" t="textAreaTop" r="textAreaRight" b="textAreaBottom"/>
              <a:pathLst>
                <a:path w="163614" h="73343">
                  <a:moveTo>
                    <a:pt x="148251" y="73343"/>
                  </a:moveTo>
                  <a:lnTo>
                    <a:pt x="15364" y="73343"/>
                  </a:lnTo>
                  <a:cubicBezTo>
                    <a:pt x="6882" y="73343"/>
                    <a:pt x="0" y="66443"/>
                    <a:pt x="0" y="57979"/>
                  </a:cubicBezTo>
                  <a:lnTo>
                    <a:pt x="0" y="15364"/>
                  </a:lnTo>
                  <a:cubicBezTo>
                    <a:pt x="0" y="6900"/>
                    <a:pt x="6900" y="0"/>
                    <a:pt x="15364" y="0"/>
                  </a:cubicBezTo>
                  <a:lnTo>
                    <a:pt x="148251" y="0"/>
                  </a:lnTo>
                  <a:cubicBezTo>
                    <a:pt x="156715" y="0"/>
                    <a:pt x="163615" y="6900"/>
                    <a:pt x="163615" y="15364"/>
                  </a:cubicBezTo>
                  <a:lnTo>
                    <a:pt x="163615" y="57979"/>
                  </a:lnTo>
                  <a:cubicBezTo>
                    <a:pt x="163615" y="66462"/>
                    <a:pt x="156715" y="73343"/>
                    <a:pt x="148251" y="73343"/>
                  </a:cubicBezTo>
                  <a:close/>
                  <a:moveTo>
                    <a:pt x="15364" y="11279"/>
                  </a:moveTo>
                  <a:cubicBezTo>
                    <a:pt x="13119" y="11279"/>
                    <a:pt x="11279" y="13101"/>
                    <a:pt x="11279" y="15364"/>
                  </a:cubicBezTo>
                  <a:lnTo>
                    <a:pt x="11279" y="57979"/>
                  </a:lnTo>
                  <a:cubicBezTo>
                    <a:pt x="11279" y="60224"/>
                    <a:pt x="13119" y="62064"/>
                    <a:pt x="15364" y="62064"/>
                  </a:cubicBezTo>
                  <a:lnTo>
                    <a:pt x="148251" y="62064"/>
                  </a:lnTo>
                  <a:cubicBezTo>
                    <a:pt x="150496" y="62064"/>
                    <a:pt x="152335" y="60242"/>
                    <a:pt x="152335" y="57979"/>
                  </a:cubicBezTo>
                  <a:lnTo>
                    <a:pt x="152335" y="15364"/>
                  </a:lnTo>
                  <a:cubicBezTo>
                    <a:pt x="152335" y="13119"/>
                    <a:pt x="150514" y="11279"/>
                    <a:pt x="148251" y="11279"/>
                  </a:cubicBezTo>
                  <a:lnTo>
                    <a:pt x="15364" y="11279"/>
                  </a:lnTo>
                  <a:close/>
                </a:path>
              </a:pathLst>
            </a:custGeom>
            <a:solidFill>
              <a:schemeClr val="bg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2120" bIns="421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327" name="Freeform: Shape 267"/>
            <p:cNvSpPr/>
            <p:nvPr/>
          </p:nvSpPr>
          <p:spPr>
            <a:xfrm>
              <a:off x="10136520" y="1934640"/>
              <a:ext cx="341280" cy="802800"/>
            </a:xfrm>
            <a:custGeom>
              <a:avLst/>
              <a:gdLst>
                <a:gd name="textAreaLeft" fmla="*/ 0 w 341280"/>
                <a:gd name="textAreaRight" fmla="*/ 341640 w 341280"/>
                <a:gd name="textAreaTop" fmla="*/ 0 h 802800"/>
                <a:gd name="textAreaBottom" fmla="*/ 803160 h 802800"/>
              </a:gdLst>
              <a:ahLst/>
              <a:rect l="textAreaLeft" t="textAreaTop" r="textAreaRight" b="textAreaBottom"/>
              <a:pathLst>
                <a:path w="287910" h="677018">
                  <a:moveTo>
                    <a:pt x="287743" y="564133"/>
                  </a:moveTo>
                  <a:lnTo>
                    <a:pt x="287743" y="209984"/>
                  </a:lnTo>
                  <a:cubicBezTo>
                    <a:pt x="287743" y="185033"/>
                    <a:pt x="280567" y="162235"/>
                    <a:pt x="267006" y="144092"/>
                  </a:cubicBezTo>
                  <a:lnTo>
                    <a:pt x="233389" y="98184"/>
                  </a:lnTo>
                  <a:cubicBezTo>
                    <a:pt x="220968" y="81568"/>
                    <a:pt x="214400" y="61107"/>
                    <a:pt x="214400" y="39009"/>
                  </a:cubicBezTo>
                  <a:lnTo>
                    <a:pt x="214400" y="0"/>
                  </a:lnTo>
                  <a:lnTo>
                    <a:pt x="73362" y="0"/>
                  </a:lnTo>
                  <a:lnTo>
                    <a:pt x="73362" y="39027"/>
                  </a:lnTo>
                  <a:cubicBezTo>
                    <a:pt x="73362" y="60758"/>
                    <a:pt x="66646" y="81219"/>
                    <a:pt x="53894" y="98276"/>
                  </a:cubicBezTo>
                  <a:lnTo>
                    <a:pt x="20792" y="144056"/>
                  </a:lnTo>
                  <a:cubicBezTo>
                    <a:pt x="7194" y="162235"/>
                    <a:pt x="0" y="185033"/>
                    <a:pt x="0" y="209984"/>
                  </a:cubicBezTo>
                  <a:lnTo>
                    <a:pt x="0" y="391355"/>
                  </a:lnTo>
                  <a:cubicBezTo>
                    <a:pt x="4011" y="397077"/>
                    <a:pt x="7728" y="403186"/>
                    <a:pt x="11279" y="409516"/>
                  </a:cubicBezTo>
                  <a:lnTo>
                    <a:pt x="11279" y="209984"/>
                  </a:lnTo>
                  <a:cubicBezTo>
                    <a:pt x="11279" y="187499"/>
                    <a:pt x="17683" y="167037"/>
                    <a:pt x="29882" y="150735"/>
                  </a:cubicBezTo>
                  <a:lnTo>
                    <a:pt x="62966" y="104955"/>
                  </a:lnTo>
                  <a:cubicBezTo>
                    <a:pt x="77134" y="86003"/>
                    <a:pt x="84623" y="63205"/>
                    <a:pt x="84623" y="39027"/>
                  </a:cubicBezTo>
                  <a:lnTo>
                    <a:pt x="84623" y="11279"/>
                  </a:lnTo>
                  <a:lnTo>
                    <a:pt x="203102" y="11279"/>
                  </a:lnTo>
                  <a:lnTo>
                    <a:pt x="203102" y="39009"/>
                  </a:lnTo>
                  <a:cubicBezTo>
                    <a:pt x="203102" y="63554"/>
                    <a:pt x="210444" y="86352"/>
                    <a:pt x="224299" y="104900"/>
                  </a:cubicBezTo>
                  <a:lnTo>
                    <a:pt x="257916" y="150808"/>
                  </a:lnTo>
                  <a:cubicBezTo>
                    <a:pt x="270024" y="167019"/>
                    <a:pt x="276445" y="187480"/>
                    <a:pt x="276445" y="209984"/>
                  </a:cubicBezTo>
                  <a:lnTo>
                    <a:pt x="276464" y="564556"/>
                  </a:lnTo>
                  <a:cubicBezTo>
                    <a:pt x="276500" y="565016"/>
                    <a:pt x="279481" y="610943"/>
                    <a:pt x="252028" y="640457"/>
                  </a:cubicBezTo>
                  <a:cubicBezTo>
                    <a:pt x="236425" y="657220"/>
                    <a:pt x="213811" y="665721"/>
                    <a:pt x="184812" y="665721"/>
                  </a:cubicBezTo>
                  <a:lnTo>
                    <a:pt x="103244" y="665721"/>
                  </a:lnTo>
                  <a:cubicBezTo>
                    <a:pt x="74245" y="665721"/>
                    <a:pt x="51594" y="657220"/>
                    <a:pt x="35936" y="640439"/>
                  </a:cubicBezTo>
                  <a:cubicBezTo>
                    <a:pt x="28465" y="632435"/>
                    <a:pt x="23276" y="623216"/>
                    <a:pt x="19615" y="614016"/>
                  </a:cubicBezTo>
                  <a:cubicBezTo>
                    <a:pt x="17259" y="617862"/>
                    <a:pt x="14775" y="621579"/>
                    <a:pt x="12144" y="625130"/>
                  </a:cubicBezTo>
                  <a:cubicBezTo>
                    <a:pt x="16008" y="633097"/>
                    <a:pt x="20995" y="640954"/>
                    <a:pt x="27619" y="648075"/>
                  </a:cubicBezTo>
                  <a:cubicBezTo>
                    <a:pt x="45485" y="667285"/>
                    <a:pt x="70933" y="677019"/>
                    <a:pt x="103225" y="677019"/>
                  </a:cubicBezTo>
                  <a:lnTo>
                    <a:pt x="184794" y="677019"/>
                  </a:lnTo>
                  <a:cubicBezTo>
                    <a:pt x="217086" y="677019"/>
                    <a:pt x="242515" y="667285"/>
                    <a:pt x="260327" y="648075"/>
                  </a:cubicBezTo>
                  <a:cubicBezTo>
                    <a:pt x="291165" y="614881"/>
                    <a:pt x="287890" y="565789"/>
                    <a:pt x="287743" y="564133"/>
                  </a:cubicBezTo>
                  <a:close/>
                </a:path>
              </a:pathLst>
            </a:custGeom>
            <a:solidFill>
              <a:schemeClr val="bg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328" name="Freeform: Shape 268"/>
            <p:cNvSpPr/>
            <p:nvPr/>
          </p:nvSpPr>
          <p:spPr>
            <a:xfrm>
              <a:off x="9892440" y="2331720"/>
              <a:ext cx="302040" cy="40896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408960"/>
                <a:gd name="textAreaBottom" fmla="*/ 409320 h 408960"/>
              </a:gdLst>
              <a:ahLst/>
              <a:rect l="textAreaLeft" t="textAreaTop" r="textAreaRight" b="textAreaBottom"/>
              <a:pathLst>
                <a:path w="254806" h="345170">
                  <a:moveTo>
                    <a:pt x="127403" y="345170"/>
                  </a:moveTo>
                  <a:cubicBezTo>
                    <a:pt x="57151" y="345170"/>
                    <a:pt x="0" y="276574"/>
                    <a:pt x="0" y="192227"/>
                  </a:cubicBezTo>
                  <a:cubicBezTo>
                    <a:pt x="0" y="105691"/>
                    <a:pt x="58789" y="0"/>
                    <a:pt x="127403" y="0"/>
                  </a:cubicBezTo>
                  <a:cubicBezTo>
                    <a:pt x="196018" y="0"/>
                    <a:pt x="254807" y="105709"/>
                    <a:pt x="254807" y="192227"/>
                  </a:cubicBezTo>
                  <a:cubicBezTo>
                    <a:pt x="254807" y="276574"/>
                    <a:pt x="197655" y="345170"/>
                    <a:pt x="127403" y="345170"/>
                  </a:cubicBezTo>
                  <a:close/>
                  <a:moveTo>
                    <a:pt x="127403" y="11298"/>
                  </a:moveTo>
                  <a:cubicBezTo>
                    <a:pt x="64861" y="11298"/>
                    <a:pt x="11279" y="110788"/>
                    <a:pt x="11279" y="192246"/>
                  </a:cubicBezTo>
                  <a:cubicBezTo>
                    <a:pt x="11279" y="270355"/>
                    <a:pt x="63370" y="333891"/>
                    <a:pt x="127403" y="333891"/>
                  </a:cubicBezTo>
                  <a:cubicBezTo>
                    <a:pt x="191436" y="333891"/>
                    <a:pt x="243527" y="270355"/>
                    <a:pt x="243527" y="192246"/>
                  </a:cubicBezTo>
                  <a:cubicBezTo>
                    <a:pt x="243527" y="110788"/>
                    <a:pt x="189927" y="11298"/>
                    <a:pt x="127403" y="11298"/>
                  </a:cubicBezTo>
                  <a:close/>
                </a:path>
              </a:pathLst>
            </a:custGeom>
            <a:solidFill>
              <a:schemeClr val="bg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</p:grpSp>
      <p:grpSp>
        <p:nvGrpSpPr>
          <p:cNvPr id="329" name="Graphic 228"/>
          <p:cNvGrpSpPr/>
          <p:nvPr/>
        </p:nvGrpSpPr>
        <p:grpSpPr>
          <a:xfrm>
            <a:off x="1090800" y="1861920"/>
            <a:ext cx="1634040" cy="1225440"/>
            <a:chOff x="1090800" y="1861920"/>
            <a:chExt cx="1634040" cy="1225440"/>
          </a:xfrm>
        </p:grpSpPr>
        <p:grpSp>
          <p:nvGrpSpPr>
            <p:cNvPr id="330" name="Graphic 228"/>
            <p:cNvGrpSpPr/>
            <p:nvPr/>
          </p:nvGrpSpPr>
          <p:grpSpPr>
            <a:xfrm>
              <a:off x="1090800" y="2940840"/>
              <a:ext cx="1634040" cy="146520"/>
              <a:chOff x="1090800" y="2940840"/>
              <a:chExt cx="1634040" cy="146520"/>
            </a:xfrm>
          </p:grpSpPr>
          <p:sp>
            <p:nvSpPr>
              <p:cNvPr id="331" name="Freeform: Shape 271"/>
              <p:cNvSpPr/>
              <p:nvPr/>
            </p:nvSpPr>
            <p:spPr>
              <a:xfrm>
                <a:off x="1090800" y="2944080"/>
                <a:ext cx="92520" cy="140040"/>
              </a:xfrm>
              <a:custGeom>
                <a:avLst/>
                <a:gdLst>
                  <a:gd name="textAreaLeft" fmla="*/ 0 w 92520"/>
                  <a:gd name="textAreaRight" fmla="*/ 92880 w 92520"/>
                  <a:gd name="textAreaTop" fmla="*/ 0 h 140040"/>
                  <a:gd name="textAreaBottom" fmla="*/ 140400 h 140040"/>
                </a:gdLst>
                <a:ahLst/>
                <a:rect l="textAreaLeft" t="textAreaTop" r="textAreaRight" b="textAreaBottom"/>
                <a:pathLst>
                  <a:path w="78201" h="118479">
                    <a:moveTo>
                      <a:pt x="78201" y="87843"/>
                    </a:moveTo>
                    <a:lnTo>
                      <a:pt x="78201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77851" y="0"/>
                    </a:lnTo>
                    <a:lnTo>
                      <a:pt x="77851" y="28263"/>
                    </a:lnTo>
                    <a:lnTo>
                      <a:pt x="64990" y="28263"/>
                    </a:lnTo>
                    <a:lnTo>
                      <a:pt x="64990" y="11169"/>
                    </a:lnTo>
                    <a:lnTo>
                      <a:pt x="28778" y="11169"/>
                    </a:lnTo>
                    <a:lnTo>
                      <a:pt x="28778" y="50766"/>
                    </a:lnTo>
                    <a:lnTo>
                      <a:pt x="64824" y="50766"/>
                    </a:lnTo>
                    <a:lnTo>
                      <a:pt x="64824" y="62616"/>
                    </a:lnTo>
                    <a:lnTo>
                      <a:pt x="28778" y="62616"/>
                    </a:lnTo>
                    <a:lnTo>
                      <a:pt x="28778" y="107292"/>
                    </a:lnTo>
                    <a:lnTo>
                      <a:pt x="65339" y="107292"/>
                    </a:lnTo>
                    <a:lnTo>
                      <a:pt x="65339" y="87824"/>
                    </a:lnTo>
                    <a:lnTo>
                      <a:pt x="78201" y="87824"/>
                    </a:lnTo>
                    <a:close/>
                  </a:path>
                </a:pathLst>
              </a:custGeom>
              <a:solidFill>
                <a:schemeClr val="bg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32" name="Freeform: Shape 272"/>
              <p:cNvSpPr/>
              <p:nvPr/>
            </p:nvSpPr>
            <p:spPr>
              <a:xfrm>
                <a:off x="1216440" y="2944080"/>
                <a:ext cx="144720" cy="14004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140040"/>
                  <a:gd name="textAreaBottom" fmla="*/ 140400 h 140040"/>
                </a:gdLst>
                <a:ahLst/>
                <a:rect l="textAreaLeft" t="textAreaTop" r="textAreaRight" b="textAreaBottom"/>
                <a:pathLst>
                  <a:path w="122196" h="118479">
                    <a:moveTo>
                      <a:pt x="122196" y="11169"/>
                    </a:moveTo>
                    <a:lnTo>
                      <a:pt x="107641" y="11169"/>
                    </a:lnTo>
                    <a:lnTo>
                      <a:pt x="107641" y="118479"/>
                    </a:lnTo>
                    <a:lnTo>
                      <a:pt x="92572" y="118479"/>
                    </a:lnTo>
                    <a:lnTo>
                      <a:pt x="27416" y="21160"/>
                    </a:lnTo>
                    <a:lnTo>
                      <a:pt x="27416" y="107310"/>
                    </a:lnTo>
                    <a:lnTo>
                      <a:pt x="41971" y="107310"/>
                    </a:lnTo>
                    <a:lnTo>
                      <a:pt x="41971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29275" y="0"/>
                    </a:lnTo>
                    <a:lnTo>
                      <a:pt x="94780" y="96988"/>
                    </a:lnTo>
                    <a:lnTo>
                      <a:pt x="94780" y="11169"/>
                    </a:lnTo>
                    <a:lnTo>
                      <a:pt x="80225" y="11169"/>
                    </a:lnTo>
                    <a:lnTo>
                      <a:pt x="80225" y="0"/>
                    </a:lnTo>
                    <a:lnTo>
                      <a:pt x="122196" y="0"/>
                    </a:lnTo>
                    <a:lnTo>
                      <a:pt x="122196" y="11169"/>
                    </a:lnTo>
                    <a:close/>
                  </a:path>
                </a:pathLst>
              </a:custGeom>
              <a:solidFill>
                <a:schemeClr val="bg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33" name="Freeform: Shape 273"/>
              <p:cNvSpPr/>
              <p:nvPr/>
            </p:nvSpPr>
            <p:spPr>
              <a:xfrm>
                <a:off x="1383480" y="2944080"/>
                <a:ext cx="140400" cy="141120"/>
              </a:xfrm>
              <a:custGeom>
                <a:avLst/>
                <a:gdLst>
                  <a:gd name="textAreaLeft" fmla="*/ 0 w 140400"/>
                  <a:gd name="textAreaRight" fmla="*/ 140760 w 140400"/>
                  <a:gd name="textAreaTop" fmla="*/ 0 h 141120"/>
                  <a:gd name="textAreaBottom" fmla="*/ 141480 h 141120"/>
                </a:gdLst>
                <a:ahLst/>
                <a:rect l="textAreaLeft" t="textAreaTop" r="textAreaRight" b="textAreaBottom"/>
                <a:pathLst>
                  <a:path w="118644" h="119141">
                    <a:moveTo>
                      <a:pt x="118645" y="11169"/>
                    </a:moveTo>
                    <a:lnTo>
                      <a:pt x="105102" y="11169"/>
                    </a:lnTo>
                    <a:lnTo>
                      <a:pt x="67032" y="119142"/>
                    </a:lnTo>
                    <a:lnTo>
                      <a:pt x="51631" y="119142"/>
                    </a:lnTo>
                    <a:lnTo>
                      <a:pt x="13543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5706" y="0"/>
                    </a:lnTo>
                    <a:lnTo>
                      <a:pt x="45706" y="11169"/>
                    </a:lnTo>
                    <a:lnTo>
                      <a:pt x="28612" y="11169"/>
                    </a:lnTo>
                    <a:lnTo>
                      <a:pt x="59930" y="101385"/>
                    </a:lnTo>
                    <a:lnTo>
                      <a:pt x="90897" y="11169"/>
                    </a:lnTo>
                    <a:lnTo>
                      <a:pt x="73803" y="11169"/>
                    </a:lnTo>
                    <a:lnTo>
                      <a:pt x="73803" y="0"/>
                    </a:lnTo>
                    <a:lnTo>
                      <a:pt x="118645" y="0"/>
                    </a:lnTo>
                    <a:lnTo>
                      <a:pt x="118645" y="11169"/>
                    </a:lnTo>
                    <a:close/>
                  </a:path>
                </a:pathLst>
              </a:custGeom>
              <a:solidFill>
                <a:schemeClr val="bg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34" name="Freeform: Shape 274"/>
              <p:cNvSpPr/>
              <p:nvPr/>
            </p:nvSpPr>
            <p:spPr>
              <a:xfrm>
                <a:off x="1546200" y="2944080"/>
                <a:ext cx="51120" cy="140040"/>
              </a:xfrm>
              <a:custGeom>
                <a:avLst/>
                <a:gdLst>
                  <a:gd name="textAreaLeft" fmla="*/ 0 w 51120"/>
                  <a:gd name="textAreaRight" fmla="*/ 51480 w 51120"/>
                  <a:gd name="textAreaTop" fmla="*/ 0 h 140040"/>
                  <a:gd name="textAreaBottom" fmla="*/ 140400 h 140040"/>
                </a:gdLst>
                <a:ahLst/>
                <a:rect l="textAreaLeft" t="textAreaTop" r="textAreaRight" b="textAreaBottom"/>
                <a:pathLst>
                  <a:path w="43332" h="118479">
                    <a:moveTo>
                      <a:pt x="28778" y="11169"/>
                    </a:moveTo>
                    <a:lnTo>
                      <a:pt x="28778" y="107310"/>
                    </a:lnTo>
                    <a:lnTo>
                      <a:pt x="43333" y="107310"/>
                    </a:lnTo>
                    <a:lnTo>
                      <a:pt x="4333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3333" y="0"/>
                    </a:lnTo>
                    <a:lnTo>
                      <a:pt x="43333" y="11169"/>
                    </a:lnTo>
                    <a:lnTo>
                      <a:pt x="28778" y="11169"/>
                    </a:lnTo>
                    <a:close/>
                  </a:path>
                </a:pathLst>
              </a:custGeom>
              <a:solidFill>
                <a:schemeClr val="bg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35" name="Freeform: Shape 275"/>
              <p:cNvSpPr/>
              <p:nvPr/>
            </p:nvSpPr>
            <p:spPr>
              <a:xfrm>
                <a:off x="1627920" y="2944080"/>
                <a:ext cx="116280" cy="140040"/>
              </a:xfrm>
              <a:custGeom>
                <a:avLst/>
                <a:gdLst>
                  <a:gd name="textAreaLeft" fmla="*/ 0 w 116280"/>
                  <a:gd name="textAreaRight" fmla="*/ 116640 w 116280"/>
                  <a:gd name="textAreaTop" fmla="*/ 0 h 140040"/>
                  <a:gd name="textAreaBottom" fmla="*/ 140400 h 140040"/>
                </a:gdLst>
                <a:ahLst/>
                <a:rect l="textAreaLeft" t="textAreaTop" r="textAreaRight" b="textAreaBottom"/>
                <a:pathLst>
                  <a:path w="98330" h="118479">
                    <a:moveTo>
                      <a:pt x="98331" y="107310"/>
                    </a:moveTo>
                    <a:lnTo>
                      <a:pt x="98331" y="118479"/>
                    </a:lnTo>
                    <a:lnTo>
                      <a:pt x="73270" y="118479"/>
                    </a:lnTo>
                    <a:lnTo>
                      <a:pt x="44841" y="68044"/>
                    </a:lnTo>
                    <a:lnTo>
                      <a:pt x="28760" y="68044"/>
                    </a:lnTo>
                    <a:lnTo>
                      <a:pt x="28760" y="107310"/>
                    </a:lnTo>
                    <a:lnTo>
                      <a:pt x="42302" y="107310"/>
                    </a:lnTo>
                    <a:lnTo>
                      <a:pt x="42302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215" y="0"/>
                    </a:lnTo>
                    <a:cubicBezTo>
                      <a:pt x="66848" y="0"/>
                      <a:pt x="82764" y="14058"/>
                      <a:pt x="82764" y="32329"/>
                    </a:cubicBezTo>
                    <a:cubicBezTo>
                      <a:pt x="82764" y="47049"/>
                      <a:pt x="72773" y="59580"/>
                      <a:pt x="58568" y="64990"/>
                    </a:cubicBezTo>
                    <a:lnTo>
                      <a:pt x="83279" y="107310"/>
                    </a:lnTo>
                    <a:lnTo>
                      <a:pt x="98331" y="107310"/>
                    </a:lnTo>
                    <a:close/>
                    <a:moveTo>
                      <a:pt x="67860" y="32513"/>
                    </a:moveTo>
                    <a:cubicBezTo>
                      <a:pt x="67860" y="19320"/>
                      <a:pt x="58550" y="10856"/>
                      <a:pt x="45853" y="10856"/>
                    </a:cubicBezTo>
                    <a:lnTo>
                      <a:pt x="28760" y="10856"/>
                    </a:lnTo>
                    <a:lnTo>
                      <a:pt x="28760" y="57225"/>
                    </a:lnTo>
                    <a:lnTo>
                      <a:pt x="43829" y="57225"/>
                    </a:lnTo>
                    <a:cubicBezTo>
                      <a:pt x="58053" y="57206"/>
                      <a:pt x="67860" y="47730"/>
                      <a:pt x="67860" y="32513"/>
                    </a:cubicBezTo>
                    <a:close/>
                  </a:path>
                </a:pathLst>
              </a:custGeom>
              <a:solidFill>
                <a:schemeClr val="bg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36" name="Freeform: Shape 276"/>
              <p:cNvSpPr/>
              <p:nvPr/>
            </p:nvSpPr>
            <p:spPr>
              <a:xfrm>
                <a:off x="1766160" y="2940840"/>
                <a:ext cx="137520" cy="146520"/>
              </a:xfrm>
              <a:custGeom>
                <a:avLst/>
                <a:gdLst>
                  <a:gd name="textAreaLeft" fmla="*/ 0 w 137520"/>
                  <a:gd name="textAreaRight" fmla="*/ 137880 w 137520"/>
                  <a:gd name="textAreaTop" fmla="*/ 0 h 146520"/>
                  <a:gd name="textAreaBottom" fmla="*/ 146880 h 146520"/>
                </a:gdLst>
                <a:ahLst/>
                <a:rect l="textAreaLeft" t="textAreaTop" r="textAreaRight" b="textAreaBottom"/>
                <a:pathLst>
                  <a:path w="116105" h="123888">
                    <a:moveTo>
                      <a:pt x="0" y="60923"/>
                    </a:moveTo>
                    <a:cubicBezTo>
                      <a:pt x="0" y="26901"/>
                      <a:pt x="23184" y="0"/>
                      <a:pt x="58053" y="0"/>
                    </a:cubicBezTo>
                    <a:cubicBezTo>
                      <a:pt x="92921" y="0"/>
                      <a:pt x="116105" y="26920"/>
                      <a:pt x="116105" y="60923"/>
                    </a:cubicBezTo>
                    <a:cubicBezTo>
                      <a:pt x="116105" y="95957"/>
                      <a:pt x="93602" y="123889"/>
                      <a:pt x="58053" y="123889"/>
                    </a:cubicBezTo>
                    <a:cubicBezTo>
                      <a:pt x="22503" y="123889"/>
                      <a:pt x="0" y="95957"/>
                      <a:pt x="0" y="60923"/>
                    </a:cubicBezTo>
                    <a:close/>
                    <a:moveTo>
                      <a:pt x="100870" y="60923"/>
                    </a:moveTo>
                    <a:cubicBezTo>
                      <a:pt x="100870" y="32826"/>
                      <a:pt x="84292" y="12862"/>
                      <a:pt x="58053" y="12862"/>
                    </a:cubicBezTo>
                    <a:cubicBezTo>
                      <a:pt x="31814" y="12862"/>
                      <a:pt x="15235" y="32826"/>
                      <a:pt x="15235" y="60923"/>
                    </a:cubicBezTo>
                    <a:cubicBezTo>
                      <a:pt x="15235" y="89701"/>
                      <a:pt x="31814" y="111027"/>
                      <a:pt x="58053" y="111027"/>
                    </a:cubicBezTo>
                    <a:cubicBezTo>
                      <a:pt x="84292" y="111027"/>
                      <a:pt x="100870" y="89683"/>
                      <a:pt x="100870" y="60923"/>
                    </a:cubicBezTo>
                    <a:close/>
                  </a:path>
                </a:pathLst>
              </a:custGeom>
              <a:solidFill>
                <a:schemeClr val="bg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37" name="Freeform: Shape 277"/>
              <p:cNvSpPr/>
              <p:nvPr/>
            </p:nvSpPr>
            <p:spPr>
              <a:xfrm>
                <a:off x="1936080" y="2944080"/>
                <a:ext cx="144720" cy="14004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140040"/>
                  <a:gd name="textAreaBottom" fmla="*/ 140400 h 140040"/>
                </a:gdLst>
                <a:ahLst/>
                <a:rect l="textAreaLeft" t="textAreaTop" r="textAreaRight" b="textAreaBottom"/>
                <a:pathLst>
                  <a:path w="122196" h="118479">
                    <a:moveTo>
                      <a:pt x="122196" y="11169"/>
                    </a:moveTo>
                    <a:lnTo>
                      <a:pt x="107641" y="11169"/>
                    </a:lnTo>
                    <a:lnTo>
                      <a:pt x="107641" y="118479"/>
                    </a:lnTo>
                    <a:lnTo>
                      <a:pt x="92572" y="118479"/>
                    </a:lnTo>
                    <a:lnTo>
                      <a:pt x="27416" y="21160"/>
                    </a:lnTo>
                    <a:lnTo>
                      <a:pt x="27416" y="107310"/>
                    </a:lnTo>
                    <a:lnTo>
                      <a:pt x="41971" y="107310"/>
                    </a:lnTo>
                    <a:lnTo>
                      <a:pt x="41971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29275" y="0"/>
                    </a:lnTo>
                    <a:lnTo>
                      <a:pt x="94780" y="96988"/>
                    </a:lnTo>
                    <a:lnTo>
                      <a:pt x="94780" y="11169"/>
                    </a:lnTo>
                    <a:lnTo>
                      <a:pt x="80225" y="11169"/>
                    </a:lnTo>
                    <a:lnTo>
                      <a:pt x="80225" y="0"/>
                    </a:lnTo>
                    <a:lnTo>
                      <a:pt x="122196" y="0"/>
                    </a:lnTo>
                    <a:lnTo>
                      <a:pt x="122196" y="11169"/>
                    </a:lnTo>
                    <a:close/>
                  </a:path>
                </a:pathLst>
              </a:custGeom>
              <a:solidFill>
                <a:schemeClr val="bg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38" name="Freeform: Shape 278"/>
              <p:cNvSpPr/>
              <p:nvPr/>
            </p:nvSpPr>
            <p:spPr>
              <a:xfrm>
                <a:off x="2111040" y="2944080"/>
                <a:ext cx="176760" cy="140040"/>
              </a:xfrm>
              <a:custGeom>
                <a:avLst/>
                <a:gdLst>
                  <a:gd name="textAreaLeft" fmla="*/ 0 w 176760"/>
                  <a:gd name="textAreaRight" fmla="*/ 177120 w 176760"/>
                  <a:gd name="textAreaTop" fmla="*/ 0 h 140040"/>
                  <a:gd name="textAreaBottom" fmla="*/ 140400 h 140040"/>
                </a:gdLst>
                <a:ahLst/>
                <a:rect l="textAreaLeft" t="textAreaTop" r="textAreaRight" b="textAreaBottom"/>
                <a:pathLst>
                  <a:path w="149281" h="118479">
                    <a:moveTo>
                      <a:pt x="134727" y="11169"/>
                    </a:moveTo>
                    <a:lnTo>
                      <a:pt x="134727" y="107310"/>
                    </a:lnTo>
                    <a:lnTo>
                      <a:pt x="149281" y="107310"/>
                    </a:lnTo>
                    <a:lnTo>
                      <a:pt x="149281" y="118479"/>
                    </a:lnTo>
                    <a:lnTo>
                      <a:pt x="106629" y="118479"/>
                    </a:lnTo>
                    <a:lnTo>
                      <a:pt x="106629" y="107310"/>
                    </a:lnTo>
                    <a:lnTo>
                      <a:pt x="120853" y="107310"/>
                    </a:lnTo>
                    <a:lnTo>
                      <a:pt x="120853" y="16597"/>
                    </a:lnTo>
                    <a:lnTo>
                      <a:pt x="80740" y="106648"/>
                    </a:lnTo>
                    <a:lnTo>
                      <a:pt x="67529" y="106648"/>
                    </a:lnTo>
                    <a:lnTo>
                      <a:pt x="27416" y="16597"/>
                    </a:lnTo>
                    <a:lnTo>
                      <a:pt x="27416" y="107310"/>
                    </a:lnTo>
                    <a:lnTo>
                      <a:pt x="41640" y="107310"/>
                    </a:lnTo>
                    <a:lnTo>
                      <a:pt x="41640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33856" y="0"/>
                    </a:lnTo>
                    <a:lnTo>
                      <a:pt x="74981" y="89536"/>
                    </a:lnTo>
                    <a:lnTo>
                      <a:pt x="114928" y="0"/>
                    </a:lnTo>
                    <a:lnTo>
                      <a:pt x="149281" y="0"/>
                    </a:lnTo>
                    <a:lnTo>
                      <a:pt x="149281" y="11169"/>
                    </a:lnTo>
                    <a:lnTo>
                      <a:pt x="134727" y="11169"/>
                    </a:lnTo>
                    <a:close/>
                  </a:path>
                </a:pathLst>
              </a:custGeom>
              <a:solidFill>
                <a:schemeClr val="bg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39" name="Freeform: Shape 279"/>
              <p:cNvSpPr/>
              <p:nvPr/>
            </p:nvSpPr>
            <p:spPr>
              <a:xfrm>
                <a:off x="2318400" y="2944080"/>
                <a:ext cx="92520" cy="140040"/>
              </a:xfrm>
              <a:custGeom>
                <a:avLst/>
                <a:gdLst>
                  <a:gd name="textAreaLeft" fmla="*/ 0 w 92520"/>
                  <a:gd name="textAreaRight" fmla="*/ 92880 w 92520"/>
                  <a:gd name="textAreaTop" fmla="*/ 0 h 140040"/>
                  <a:gd name="textAreaBottom" fmla="*/ 140400 h 140040"/>
                </a:gdLst>
                <a:ahLst/>
                <a:rect l="textAreaLeft" t="textAreaTop" r="textAreaRight" b="textAreaBottom"/>
                <a:pathLst>
                  <a:path w="78182" h="118479">
                    <a:moveTo>
                      <a:pt x="78183" y="87843"/>
                    </a:moveTo>
                    <a:lnTo>
                      <a:pt x="7818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77851" y="0"/>
                    </a:lnTo>
                    <a:lnTo>
                      <a:pt x="77851" y="28263"/>
                    </a:lnTo>
                    <a:lnTo>
                      <a:pt x="64990" y="28263"/>
                    </a:lnTo>
                    <a:lnTo>
                      <a:pt x="64990" y="11169"/>
                    </a:lnTo>
                    <a:lnTo>
                      <a:pt x="28778" y="11169"/>
                    </a:lnTo>
                    <a:lnTo>
                      <a:pt x="28778" y="50766"/>
                    </a:lnTo>
                    <a:lnTo>
                      <a:pt x="64824" y="50766"/>
                    </a:lnTo>
                    <a:lnTo>
                      <a:pt x="64824" y="62616"/>
                    </a:lnTo>
                    <a:lnTo>
                      <a:pt x="28778" y="62616"/>
                    </a:lnTo>
                    <a:lnTo>
                      <a:pt x="28778" y="107292"/>
                    </a:lnTo>
                    <a:lnTo>
                      <a:pt x="65339" y="107292"/>
                    </a:lnTo>
                    <a:lnTo>
                      <a:pt x="65339" y="87824"/>
                    </a:lnTo>
                    <a:lnTo>
                      <a:pt x="78183" y="87824"/>
                    </a:lnTo>
                    <a:close/>
                  </a:path>
                </a:pathLst>
              </a:custGeom>
              <a:solidFill>
                <a:schemeClr val="bg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40" name="Freeform: Shape 280"/>
              <p:cNvSpPr/>
              <p:nvPr/>
            </p:nvSpPr>
            <p:spPr>
              <a:xfrm>
                <a:off x="2444040" y="2944080"/>
                <a:ext cx="144720" cy="14004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140040"/>
                  <a:gd name="textAreaBottom" fmla="*/ 140400 h 140040"/>
                </a:gdLst>
                <a:ahLst/>
                <a:rect l="textAreaLeft" t="textAreaTop" r="textAreaRight" b="textAreaBottom"/>
                <a:pathLst>
                  <a:path w="122195" h="118479">
                    <a:moveTo>
                      <a:pt x="122196" y="11169"/>
                    </a:moveTo>
                    <a:lnTo>
                      <a:pt x="107641" y="11169"/>
                    </a:lnTo>
                    <a:lnTo>
                      <a:pt x="107641" y="118479"/>
                    </a:lnTo>
                    <a:lnTo>
                      <a:pt x="92572" y="118479"/>
                    </a:lnTo>
                    <a:lnTo>
                      <a:pt x="27416" y="21160"/>
                    </a:lnTo>
                    <a:lnTo>
                      <a:pt x="27416" y="107310"/>
                    </a:lnTo>
                    <a:lnTo>
                      <a:pt x="41971" y="107310"/>
                    </a:lnTo>
                    <a:lnTo>
                      <a:pt x="41971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29275" y="0"/>
                    </a:lnTo>
                    <a:lnTo>
                      <a:pt x="94780" y="96988"/>
                    </a:lnTo>
                    <a:lnTo>
                      <a:pt x="94780" y="11169"/>
                    </a:lnTo>
                    <a:lnTo>
                      <a:pt x="80225" y="11169"/>
                    </a:lnTo>
                    <a:lnTo>
                      <a:pt x="80225" y="0"/>
                    </a:lnTo>
                    <a:lnTo>
                      <a:pt x="122196" y="0"/>
                    </a:lnTo>
                    <a:lnTo>
                      <a:pt x="122196" y="11169"/>
                    </a:lnTo>
                    <a:close/>
                  </a:path>
                </a:pathLst>
              </a:custGeom>
              <a:solidFill>
                <a:schemeClr val="bg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41" name="Freeform: Shape 281"/>
              <p:cNvSpPr/>
              <p:nvPr/>
            </p:nvSpPr>
            <p:spPr>
              <a:xfrm>
                <a:off x="2615400" y="2944080"/>
                <a:ext cx="109440" cy="140040"/>
              </a:xfrm>
              <a:custGeom>
                <a:avLst/>
                <a:gdLst>
                  <a:gd name="textAreaLeft" fmla="*/ 0 w 109440"/>
                  <a:gd name="textAreaRight" fmla="*/ 109800 w 109440"/>
                  <a:gd name="textAreaTop" fmla="*/ 0 h 140040"/>
                  <a:gd name="textAreaBottom" fmla="*/ 140400 h 140040"/>
                </a:gdLst>
                <a:ahLst/>
                <a:rect l="textAreaLeft" t="textAreaTop" r="textAreaRight" b="textAreaBottom"/>
                <a:pathLst>
                  <a:path w="92424" h="118479">
                    <a:moveTo>
                      <a:pt x="92424" y="33176"/>
                    </a:moveTo>
                    <a:lnTo>
                      <a:pt x="79563" y="33176"/>
                    </a:lnTo>
                    <a:lnTo>
                      <a:pt x="79563" y="11169"/>
                    </a:lnTo>
                    <a:lnTo>
                      <a:pt x="53324" y="11169"/>
                    </a:lnTo>
                    <a:lnTo>
                      <a:pt x="53324" y="107310"/>
                    </a:lnTo>
                    <a:lnTo>
                      <a:pt x="68891" y="107310"/>
                    </a:lnTo>
                    <a:lnTo>
                      <a:pt x="68891" y="118479"/>
                    </a:lnTo>
                    <a:lnTo>
                      <a:pt x="23534" y="118479"/>
                    </a:lnTo>
                    <a:lnTo>
                      <a:pt x="23534" y="107310"/>
                    </a:lnTo>
                    <a:lnTo>
                      <a:pt x="39101" y="107310"/>
                    </a:lnTo>
                    <a:lnTo>
                      <a:pt x="39101" y="11169"/>
                    </a:lnTo>
                    <a:lnTo>
                      <a:pt x="12862" y="11169"/>
                    </a:lnTo>
                    <a:lnTo>
                      <a:pt x="12862" y="33176"/>
                    </a:lnTo>
                    <a:lnTo>
                      <a:pt x="0" y="33176"/>
                    </a:lnTo>
                    <a:lnTo>
                      <a:pt x="0" y="0"/>
                    </a:lnTo>
                    <a:lnTo>
                      <a:pt x="92406" y="0"/>
                    </a:lnTo>
                    <a:lnTo>
                      <a:pt x="92406" y="33176"/>
                    </a:lnTo>
                    <a:close/>
                  </a:path>
                </a:pathLst>
              </a:custGeom>
              <a:solidFill>
                <a:schemeClr val="bg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  <p:sp>
          <p:nvSpPr>
            <p:cNvPr id="342" name="Freeform: Shape 282"/>
            <p:cNvSpPr/>
            <p:nvPr/>
          </p:nvSpPr>
          <p:spPr>
            <a:xfrm>
              <a:off x="1485000" y="2302920"/>
              <a:ext cx="842040" cy="434160"/>
            </a:xfrm>
            <a:custGeom>
              <a:avLst/>
              <a:gdLst>
                <a:gd name="textAreaLeft" fmla="*/ 0 w 842040"/>
                <a:gd name="textAreaRight" fmla="*/ 842400 w 842040"/>
                <a:gd name="textAreaTop" fmla="*/ 0 h 434160"/>
                <a:gd name="textAreaBottom" fmla="*/ 434520 h 434160"/>
              </a:gdLst>
              <a:ahLst/>
              <a:rect l="textAreaLeft" t="textAreaTop" r="textAreaRight" b="textAreaBottom"/>
              <a:pathLst>
                <a:path w="710102" h="366293">
                  <a:moveTo>
                    <a:pt x="355051" y="366294"/>
                  </a:moveTo>
                  <a:cubicBezTo>
                    <a:pt x="159273" y="366294"/>
                    <a:pt x="0" y="206377"/>
                    <a:pt x="0" y="9807"/>
                  </a:cubicBezTo>
                  <a:lnTo>
                    <a:pt x="37" y="0"/>
                  </a:lnTo>
                  <a:lnTo>
                    <a:pt x="710065" y="0"/>
                  </a:lnTo>
                  <a:lnTo>
                    <a:pt x="710102" y="9090"/>
                  </a:lnTo>
                  <a:cubicBezTo>
                    <a:pt x="710102" y="206046"/>
                    <a:pt x="550830" y="366294"/>
                    <a:pt x="355051" y="366294"/>
                  </a:cubicBezTo>
                  <a:close/>
                  <a:moveTo>
                    <a:pt x="11298" y="11279"/>
                  </a:moveTo>
                  <a:cubicBezTo>
                    <a:pt x="12089" y="200949"/>
                    <a:pt x="165989" y="355014"/>
                    <a:pt x="355051" y="355014"/>
                  </a:cubicBezTo>
                  <a:cubicBezTo>
                    <a:pt x="543874" y="355014"/>
                    <a:pt x="697627" y="201023"/>
                    <a:pt x="698804" y="11279"/>
                  </a:cubicBezTo>
                  <a:lnTo>
                    <a:pt x="11298" y="11279"/>
                  </a:lnTo>
                  <a:close/>
                </a:path>
              </a:pathLst>
            </a:custGeom>
            <a:solidFill>
              <a:schemeClr val="bg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grpSp>
          <p:nvGrpSpPr>
            <p:cNvPr id="343" name="Graphic 228"/>
            <p:cNvGrpSpPr/>
            <p:nvPr/>
          </p:nvGrpSpPr>
          <p:grpSpPr>
            <a:xfrm>
              <a:off x="2064960" y="2050920"/>
              <a:ext cx="307440" cy="144360"/>
              <a:chOff x="2064960" y="2050920"/>
              <a:chExt cx="307440" cy="144360"/>
            </a:xfrm>
          </p:grpSpPr>
          <p:sp>
            <p:nvSpPr>
              <p:cNvPr id="344" name="Freeform: Shape 284"/>
              <p:cNvSpPr/>
              <p:nvPr/>
            </p:nvSpPr>
            <p:spPr>
              <a:xfrm>
                <a:off x="2074320" y="2050920"/>
                <a:ext cx="284040" cy="128880"/>
              </a:xfrm>
              <a:custGeom>
                <a:avLst/>
                <a:gdLst>
                  <a:gd name="textAreaLeft" fmla="*/ 0 w 284040"/>
                  <a:gd name="textAreaRight" fmla="*/ 284400 w 284040"/>
                  <a:gd name="textAreaTop" fmla="*/ 0 h 128880"/>
                  <a:gd name="textAreaBottom" fmla="*/ 129240 h 128880"/>
                </a:gdLst>
                <a:ahLst/>
                <a:rect l="textAreaLeft" t="textAreaTop" r="textAreaRight" b="textAreaBottom"/>
                <a:pathLst>
                  <a:path w="239718" h="108929">
                    <a:moveTo>
                      <a:pt x="11243" y="108929"/>
                    </a:moveTo>
                    <a:lnTo>
                      <a:pt x="0" y="108046"/>
                    </a:lnTo>
                    <a:cubicBezTo>
                      <a:pt x="2006" y="82654"/>
                      <a:pt x="22669" y="63518"/>
                      <a:pt x="48080" y="63518"/>
                    </a:cubicBezTo>
                    <a:cubicBezTo>
                      <a:pt x="48227" y="63518"/>
                      <a:pt x="48374" y="63518"/>
                      <a:pt x="48521" y="63518"/>
                    </a:cubicBezTo>
                    <a:cubicBezTo>
                      <a:pt x="49736" y="28281"/>
                      <a:pt x="78771" y="0"/>
                      <a:pt x="114302" y="0"/>
                    </a:cubicBezTo>
                    <a:cubicBezTo>
                      <a:pt x="141903" y="0"/>
                      <a:pt x="166633" y="17517"/>
                      <a:pt x="176053" y="43185"/>
                    </a:cubicBezTo>
                    <a:cubicBezTo>
                      <a:pt x="177838" y="43001"/>
                      <a:pt x="179568" y="42909"/>
                      <a:pt x="181224" y="42909"/>
                    </a:cubicBezTo>
                    <a:cubicBezTo>
                      <a:pt x="213480" y="42909"/>
                      <a:pt x="239718" y="69203"/>
                      <a:pt x="239718" y="101514"/>
                    </a:cubicBezTo>
                    <a:cubicBezTo>
                      <a:pt x="239718" y="103925"/>
                      <a:pt x="239553" y="105691"/>
                      <a:pt x="239277" y="108764"/>
                    </a:cubicBezTo>
                    <a:lnTo>
                      <a:pt x="228016" y="107973"/>
                    </a:lnTo>
                    <a:lnTo>
                      <a:pt x="228034" y="107715"/>
                    </a:lnTo>
                    <a:cubicBezTo>
                      <a:pt x="228273" y="105084"/>
                      <a:pt x="228439" y="103575"/>
                      <a:pt x="228439" y="101514"/>
                    </a:cubicBezTo>
                    <a:cubicBezTo>
                      <a:pt x="228439" y="75423"/>
                      <a:pt x="207260" y="54207"/>
                      <a:pt x="181242" y="54207"/>
                    </a:cubicBezTo>
                    <a:cubicBezTo>
                      <a:pt x="178777" y="54207"/>
                      <a:pt x="176109" y="54465"/>
                      <a:pt x="173128" y="54980"/>
                    </a:cubicBezTo>
                    <a:lnTo>
                      <a:pt x="168123" y="55863"/>
                    </a:lnTo>
                    <a:lnTo>
                      <a:pt x="166743" y="50969"/>
                    </a:lnTo>
                    <a:cubicBezTo>
                      <a:pt x="160119" y="27619"/>
                      <a:pt x="138572" y="11298"/>
                      <a:pt x="114321" y="11298"/>
                    </a:cubicBezTo>
                    <a:cubicBezTo>
                      <a:pt x="84255" y="11298"/>
                      <a:pt x="59782" y="35752"/>
                      <a:pt x="59782" y="65818"/>
                    </a:cubicBezTo>
                    <a:cubicBezTo>
                      <a:pt x="59782" y="66682"/>
                      <a:pt x="59838" y="67529"/>
                      <a:pt x="59911" y="68375"/>
                    </a:cubicBezTo>
                    <a:lnTo>
                      <a:pt x="60408" y="76177"/>
                    </a:lnTo>
                    <a:lnTo>
                      <a:pt x="53508" y="75165"/>
                    </a:lnTo>
                    <a:cubicBezTo>
                      <a:pt x="51907" y="74926"/>
                      <a:pt x="50177" y="74815"/>
                      <a:pt x="48098" y="74815"/>
                    </a:cubicBezTo>
                    <a:cubicBezTo>
                      <a:pt x="28612" y="74797"/>
                      <a:pt x="12770" y="89462"/>
                      <a:pt x="11243" y="108929"/>
                    </a:cubicBezTo>
                    <a:close/>
                  </a:path>
                </a:pathLst>
              </a:custGeom>
              <a:solidFill>
                <a:schemeClr val="bg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45" name="Freeform: Shape 285"/>
              <p:cNvSpPr/>
              <p:nvPr/>
            </p:nvSpPr>
            <p:spPr>
              <a:xfrm>
                <a:off x="2064960" y="2182320"/>
                <a:ext cx="220680" cy="12960"/>
              </a:xfrm>
              <a:custGeom>
                <a:avLst/>
                <a:gdLst>
                  <a:gd name="textAreaLeft" fmla="*/ 0 w 220680"/>
                  <a:gd name="textAreaRight" fmla="*/ 221040 w 220680"/>
                  <a:gd name="textAreaTop" fmla="*/ 0 h 12960"/>
                  <a:gd name="textAreaBottom" fmla="*/ 13320 h 12960"/>
                </a:gdLst>
                <a:ahLst/>
                <a:rect l="textAreaLeft" t="textAreaTop" r="textAreaRight" b="textAreaBottom"/>
                <a:pathLst>
                  <a:path w="186173" h="11279">
                    <a:moveTo>
                      <a:pt x="0" y="0"/>
                    </a:moveTo>
                    <a:lnTo>
                      <a:pt x="186174" y="0"/>
                    </a:lnTo>
                    <a:lnTo>
                      <a:pt x="186174" y="11279"/>
                    </a:lnTo>
                    <a:lnTo>
                      <a:pt x="0" y="11279"/>
                    </a:lnTo>
                    <a:close/>
                  </a:path>
                </a:pathLst>
              </a:custGeom>
              <a:solidFill>
                <a:schemeClr val="bg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1680" bIns="-316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46" name="Freeform: Shape 286"/>
              <p:cNvSpPr/>
              <p:nvPr/>
            </p:nvSpPr>
            <p:spPr>
              <a:xfrm>
                <a:off x="2325960" y="2182320"/>
                <a:ext cx="46440" cy="12960"/>
              </a:xfrm>
              <a:custGeom>
                <a:avLst/>
                <a:gdLst>
                  <a:gd name="textAreaLeft" fmla="*/ 0 w 46440"/>
                  <a:gd name="textAreaRight" fmla="*/ 46800 w 46440"/>
                  <a:gd name="textAreaTop" fmla="*/ 0 h 12960"/>
                  <a:gd name="textAreaBottom" fmla="*/ 13320 h 12960"/>
                </a:gdLst>
                <a:ahLst/>
                <a:rect l="textAreaLeft" t="textAreaTop" r="textAreaRight" b="textAreaBottom"/>
                <a:pathLst>
                  <a:path w="39486" h="11279">
                    <a:moveTo>
                      <a:pt x="0" y="0"/>
                    </a:moveTo>
                    <a:lnTo>
                      <a:pt x="39487" y="0"/>
                    </a:lnTo>
                    <a:lnTo>
                      <a:pt x="39487" y="11279"/>
                    </a:lnTo>
                    <a:lnTo>
                      <a:pt x="0" y="11279"/>
                    </a:lnTo>
                    <a:close/>
                  </a:path>
                </a:pathLst>
              </a:custGeom>
              <a:solidFill>
                <a:schemeClr val="bg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1680" bIns="-316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  <p:grpSp>
          <p:nvGrpSpPr>
            <p:cNvPr id="347" name="Graphic 228"/>
            <p:cNvGrpSpPr/>
            <p:nvPr/>
          </p:nvGrpSpPr>
          <p:grpSpPr>
            <a:xfrm>
              <a:off x="1465200" y="1862640"/>
              <a:ext cx="224640" cy="98280"/>
              <a:chOff x="1465200" y="1862640"/>
              <a:chExt cx="224640" cy="98280"/>
            </a:xfrm>
          </p:grpSpPr>
          <p:sp>
            <p:nvSpPr>
              <p:cNvPr id="348" name="Freeform: Shape 288"/>
              <p:cNvSpPr/>
              <p:nvPr/>
            </p:nvSpPr>
            <p:spPr>
              <a:xfrm>
                <a:off x="1465200" y="1862640"/>
                <a:ext cx="208080" cy="94680"/>
              </a:xfrm>
              <a:custGeom>
                <a:avLst/>
                <a:gdLst>
                  <a:gd name="textAreaLeft" fmla="*/ 0 w 208080"/>
                  <a:gd name="textAreaRight" fmla="*/ 208440 w 208080"/>
                  <a:gd name="textAreaTop" fmla="*/ 0 h 94680"/>
                  <a:gd name="textAreaBottom" fmla="*/ 95040 h 94680"/>
                </a:gdLst>
                <a:ahLst/>
                <a:rect l="textAreaLeft" t="textAreaTop" r="textAreaRight" b="textAreaBottom"/>
                <a:pathLst>
                  <a:path w="175777" h="80206">
                    <a:moveTo>
                      <a:pt x="350" y="80207"/>
                    </a:moveTo>
                    <a:lnTo>
                      <a:pt x="5962" y="79691"/>
                    </a:lnTo>
                    <a:lnTo>
                      <a:pt x="313" y="79949"/>
                    </a:lnTo>
                    <a:cubicBezTo>
                      <a:pt x="110" y="77723"/>
                      <a:pt x="0" y="76416"/>
                      <a:pt x="0" y="74668"/>
                    </a:cubicBezTo>
                    <a:cubicBezTo>
                      <a:pt x="0" y="50527"/>
                      <a:pt x="19596" y="30894"/>
                      <a:pt x="43701" y="30894"/>
                    </a:cubicBezTo>
                    <a:cubicBezTo>
                      <a:pt x="44565" y="30894"/>
                      <a:pt x="45467" y="30931"/>
                      <a:pt x="46369" y="30986"/>
                    </a:cubicBezTo>
                    <a:cubicBezTo>
                      <a:pt x="53674" y="12512"/>
                      <a:pt x="71743" y="0"/>
                      <a:pt x="91891" y="0"/>
                    </a:cubicBezTo>
                    <a:cubicBezTo>
                      <a:pt x="117817" y="0"/>
                      <a:pt x="139087" y="20240"/>
                      <a:pt x="140762" y="45743"/>
                    </a:cubicBezTo>
                    <a:cubicBezTo>
                      <a:pt x="159346" y="46313"/>
                      <a:pt x="174306" y="60537"/>
                      <a:pt x="175778" y="79250"/>
                    </a:cubicBezTo>
                    <a:lnTo>
                      <a:pt x="164535" y="80133"/>
                    </a:lnTo>
                    <a:cubicBezTo>
                      <a:pt x="163505" y="66958"/>
                      <a:pt x="152777" y="57004"/>
                      <a:pt x="139603" y="57004"/>
                    </a:cubicBezTo>
                    <a:cubicBezTo>
                      <a:pt x="138351" y="57004"/>
                      <a:pt x="137137" y="57059"/>
                      <a:pt x="135941" y="57243"/>
                    </a:cubicBezTo>
                    <a:lnTo>
                      <a:pt x="129041" y="58274"/>
                    </a:lnTo>
                    <a:lnTo>
                      <a:pt x="129501" y="50637"/>
                    </a:lnTo>
                    <a:cubicBezTo>
                      <a:pt x="129538" y="50085"/>
                      <a:pt x="129575" y="49533"/>
                      <a:pt x="129575" y="48963"/>
                    </a:cubicBezTo>
                    <a:cubicBezTo>
                      <a:pt x="129575" y="28189"/>
                      <a:pt x="112665" y="11279"/>
                      <a:pt x="91891" y="11279"/>
                    </a:cubicBezTo>
                    <a:cubicBezTo>
                      <a:pt x="75147" y="11279"/>
                      <a:pt x="60242" y="22559"/>
                      <a:pt x="55661" y="38696"/>
                    </a:cubicBezTo>
                    <a:lnTo>
                      <a:pt x="54281" y="43590"/>
                    </a:lnTo>
                    <a:lnTo>
                      <a:pt x="49276" y="42725"/>
                    </a:lnTo>
                    <a:cubicBezTo>
                      <a:pt x="47178" y="42357"/>
                      <a:pt x="45412" y="42192"/>
                      <a:pt x="43701" y="42192"/>
                    </a:cubicBezTo>
                    <a:cubicBezTo>
                      <a:pt x="25834" y="42192"/>
                      <a:pt x="11298" y="56765"/>
                      <a:pt x="11298" y="74687"/>
                    </a:cubicBezTo>
                    <a:cubicBezTo>
                      <a:pt x="11298" y="76103"/>
                      <a:pt x="11408" y="77134"/>
                      <a:pt x="11574" y="78937"/>
                    </a:cubicBezTo>
                    <a:lnTo>
                      <a:pt x="350" y="80207"/>
                    </a:lnTo>
                    <a:close/>
                  </a:path>
                </a:pathLst>
              </a:custGeom>
              <a:solidFill>
                <a:schemeClr val="bg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49" name="Freeform: Shape 289"/>
              <p:cNvSpPr/>
              <p:nvPr/>
            </p:nvSpPr>
            <p:spPr>
              <a:xfrm>
                <a:off x="1522800" y="1947960"/>
                <a:ext cx="167040" cy="12960"/>
              </a:xfrm>
              <a:custGeom>
                <a:avLst/>
                <a:gdLst>
                  <a:gd name="textAreaLeft" fmla="*/ 0 w 167040"/>
                  <a:gd name="textAreaRight" fmla="*/ 167400 w 167040"/>
                  <a:gd name="textAreaTop" fmla="*/ 0 h 12960"/>
                  <a:gd name="textAreaBottom" fmla="*/ 13320 h 12960"/>
                </a:gdLst>
                <a:ahLst/>
                <a:rect l="textAreaLeft" t="textAreaTop" r="textAreaRight" b="textAreaBottom"/>
                <a:pathLst>
                  <a:path w="141037" h="11279">
                    <a:moveTo>
                      <a:pt x="0" y="0"/>
                    </a:moveTo>
                    <a:lnTo>
                      <a:pt x="141038" y="0"/>
                    </a:lnTo>
                    <a:lnTo>
                      <a:pt x="141038" y="11279"/>
                    </a:lnTo>
                    <a:lnTo>
                      <a:pt x="0" y="11279"/>
                    </a:lnTo>
                    <a:close/>
                  </a:path>
                </a:pathLst>
              </a:custGeom>
              <a:solidFill>
                <a:schemeClr val="bg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1680" bIns="-316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50" name="Freeform: Shape 290"/>
              <p:cNvSpPr/>
              <p:nvPr/>
            </p:nvSpPr>
            <p:spPr>
              <a:xfrm>
                <a:off x="1469160" y="1947960"/>
                <a:ext cx="26280" cy="12960"/>
              </a:xfrm>
              <a:custGeom>
                <a:avLst/>
                <a:gdLst>
                  <a:gd name="textAreaLeft" fmla="*/ 0 w 26280"/>
                  <a:gd name="textAreaRight" fmla="*/ 26640 w 26280"/>
                  <a:gd name="textAreaTop" fmla="*/ 0 h 12960"/>
                  <a:gd name="textAreaBottom" fmla="*/ 13320 h 12960"/>
                </a:gdLst>
                <a:ahLst/>
                <a:rect l="textAreaLeft" t="textAreaTop" r="textAreaRight" b="textAreaBottom"/>
                <a:pathLst>
                  <a:path w="22558" h="11279">
                    <a:moveTo>
                      <a:pt x="0" y="0"/>
                    </a:moveTo>
                    <a:lnTo>
                      <a:pt x="22559" y="0"/>
                    </a:lnTo>
                    <a:lnTo>
                      <a:pt x="22559" y="11279"/>
                    </a:lnTo>
                    <a:lnTo>
                      <a:pt x="0" y="11279"/>
                    </a:lnTo>
                    <a:close/>
                  </a:path>
                </a:pathLst>
              </a:custGeom>
              <a:solidFill>
                <a:schemeClr val="bg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1680" bIns="-316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  <p:sp>
          <p:nvSpPr>
            <p:cNvPr id="351" name="Freeform: Shape 291"/>
            <p:cNvSpPr/>
            <p:nvPr/>
          </p:nvSpPr>
          <p:spPr>
            <a:xfrm>
              <a:off x="1469160" y="2724480"/>
              <a:ext cx="869760" cy="12960"/>
            </a:xfrm>
            <a:custGeom>
              <a:avLst/>
              <a:gdLst>
                <a:gd name="textAreaLeft" fmla="*/ 0 w 869760"/>
                <a:gd name="textAreaRight" fmla="*/ 870120 w 869760"/>
                <a:gd name="textAreaTop" fmla="*/ 0 h 12960"/>
                <a:gd name="textAreaBottom" fmla="*/ 13320 h 12960"/>
              </a:gdLst>
              <a:ahLst/>
              <a:rect l="textAreaLeft" t="textAreaTop" r="textAreaRight" b="textAreaBottom"/>
              <a:pathLst>
                <a:path w="733452" h="11297">
                  <a:moveTo>
                    <a:pt x="727803" y="11298"/>
                  </a:moveTo>
                  <a:lnTo>
                    <a:pt x="5649" y="11298"/>
                  </a:lnTo>
                  <a:cubicBezTo>
                    <a:pt x="2539" y="11298"/>
                    <a:pt x="0" y="8777"/>
                    <a:pt x="0" y="5649"/>
                  </a:cubicBezTo>
                  <a:cubicBezTo>
                    <a:pt x="0" y="2521"/>
                    <a:pt x="2521" y="0"/>
                    <a:pt x="5649" y="0"/>
                  </a:cubicBezTo>
                  <a:lnTo>
                    <a:pt x="727803" y="0"/>
                  </a:lnTo>
                  <a:cubicBezTo>
                    <a:pt x="730913" y="0"/>
                    <a:pt x="733452" y="2521"/>
                    <a:pt x="733452" y="5649"/>
                  </a:cubicBezTo>
                  <a:cubicBezTo>
                    <a:pt x="733452" y="8777"/>
                    <a:pt x="730913" y="11298"/>
                    <a:pt x="727803" y="11298"/>
                  </a:cubicBezTo>
                  <a:close/>
                </a:path>
              </a:pathLst>
            </a:custGeom>
            <a:solidFill>
              <a:schemeClr val="bg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1680" bIns="-316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352" name="Freeform: Shape 292"/>
            <p:cNvSpPr/>
            <p:nvPr/>
          </p:nvSpPr>
          <p:spPr>
            <a:xfrm>
              <a:off x="1823400" y="2373840"/>
              <a:ext cx="165240" cy="240840"/>
            </a:xfrm>
            <a:custGeom>
              <a:avLst/>
              <a:gdLst>
                <a:gd name="textAreaLeft" fmla="*/ 0 w 165240"/>
                <a:gd name="textAreaRight" fmla="*/ 165600 w 165240"/>
                <a:gd name="textAreaTop" fmla="*/ 0 h 240840"/>
                <a:gd name="textAreaBottom" fmla="*/ 241200 h 240840"/>
              </a:gdLst>
              <a:ahLst/>
              <a:rect l="textAreaLeft" t="textAreaTop" r="textAreaRight" b="textAreaBottom"/>
              <a:pathLst>
                <a:path w="139473" h="203304">
                  <a:moveTo>
                    <a:pt x="69737" y="203304"/>
                  </a:moveTo>
                  <a:cubicBezTo>
                    <a:pt x="31280" y="203304"/>
                    <a:pt x="0" y="170221"/>
                    <a:pt x="0" y="129556"/>
                  </a:cubicBezTo>
                  <a:cubicBezTo>
                    <a:pt x="0" y="80759"/>
                    <a:pt x="45872" y="25852"/>
                    <a:pt x="65597" y="4490"/>
                  </a:cubicBezTo>
                  <a:lnTo>
                    <a:pt x="69737" y="0"/>
                  </a:lnTo>
                  <a:lnTo>
                    <a:pt x="73877" y="4490"/>
                  </a:lnTo>
                  <a:cubicBezTo>
                    <a:pt x="93602" y="25834"/>
                    <a:pt x="139474" y="80740"/>
                    <a:pt x="139474" y="129556"/>
                  </a:cubicBezTo>
                  <a:cubicBezTo>
                    <a:pt x="139474" y="170221"/>
                    <a:pt x="108193" y="203304"/>
                    <a:pt x="69737" y="203304"/>
                  </a:cubicBezTo>
                  <a:close/>
                  <a:moveTo>
                    <a:pt x="69737" y="16707"/>
                  </a:moveTo>
                  <a:cubicBezTo>
                    <a:pt x="49331" y="39542"/>
                    <a:pt x="11298" y="87769"/>
                    <a:pt x="11298" y="129556"/>
                  </a:cubicBezTo>
                  <a:cubicBezTo>
                    <a:pt x="11298" y="164001"/>
                    <a:pt x="37518" y="192025"/>
                    <a:pt x="69737" y="192025"/>
                  </a:cubicBezTo>
                  <a:cubicBezTo>
                    <a:pt x="101974" y="192025"/>
                    <a:pt x="128195" y="164001"/>
                    <a:pt x="128195" y="129556"/>
                  </a:cubicBezTo>
                  <a:cubicBezTo>
                    <a:pt x="128195" y="87769"/>
                    <a:pt x="90143" y="39561"/>
                    <a:pt x="69737" y="16707"/>
                  </a:cubicBezTo>
                  <a:close/>
                </a:path>
              </a:pathLst>
            </a:custGeom>
            <a:solidFill>
              <a:schemeClr val="bg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353" name="Freeform: Shape 293"/>
            <p:cNvSpPr/>
            <p:nvPr/>
          </p:nvSpPr>
          <p:spPr>
            <a:xfrm>
              <a:off x="1737000" y="1861920"/>
              <a:ext cx="334440" cy="239760"/>
            </a:xfrm>
            <a:custGeom>
              <a:avLst/>
              <a:gdLst>
                <a:gd name="textAreaLeft" fmla="*/ 0 w 334440"/>
                <a:gd name="textAreaRight" fmla="*/ 334800 w 334440"/>
                <a:gd name="textAreaTop" fmla="*/ 0 h 239760"/>
                <a:gd name="textAreaBottom" fmla="*/ 240120 h 239760"/>
              </a:gdLst>
              <a:ahLst/>
              <a:rect l="textAreaLeft" t="textAreaTop" r="textAreaRight" b="textAreaBottom"/>
              <a:pathLst>
                <a:path w="282112" h="202513">
                  <a:moveTo>
                    <a:pt x="224281" y="202513"/>
                  </a:moveTo>
                  <a:lnTo>
                    <a:pt x="62616" y="202513"/>
                  </a:lnTo>
                  <a:cubicBezTo>
                    <a:pt x="28097" y="202513"/>
                    <a:pt x="0" y="174011"/>
                    <a:pt x="0" y="138977"/>
                  </a:cubicBezTo>
                  <a:cubicBezTo>
                    <a:pt x="0" y="102986"/>
                    <a:pt x="28668" y="72755"/>
                    <a:pt x="62616" y="72755"/>
                  </a:cubicBezTo>
                  <a:lnTo>
                    <a:pt x="79268" y="72755"/>
                  </a:lnTo>
                  <a:cubicBezTo>
                    <a:pt x="77943" y="68615"/>
                    <a:pt x="77299" y="64364"/>
                    <a:pt x="77299" y="59801"/>
                  </a:cubicBezTo>
                  <a:cubicBezTo>
                    <a:pt x="77299" y="26276"/>
                    <a:pt x="110641" y="0"/>
                    <a:pt x="153200" y="0"/>
                  </a:cubicBezTo>
                  <a:cubicBezTo>
                    <a:pt x="195760" y="0"/>
                    <a:pt x="229101" y="26073"/>
                    <a:pt x="229101" y="59359"/>
                  </a:cubicBezTo>
                  <a:cubicBezTo>
                    <a:pt x="229101" y="64070"/>
                    <a:pt x="228421" y="68523"/>
                    <a:pt x="227059" y="72810"/>
                  </a:cubicBezTo>
                  <a:cubicBezTo>
                    <a:pt x="261504" y="74466"/>
                    <a:pt x="282021" y="107089"/>
                    <a:pt x="282113" y="138756"/>
                  </a:cubicBezTo>
                  <a:lnTo>
                    <a:pt x="282113" y="138756"/>
                  </a:lnTo>
                  <a:cubicBezTo>
                    <a:pt x="282113" y="138793"/>
                    <a:pt x="282113" y="138830"/>
                    <a:pt x="282113" y="138867"/>
                  </a:cubicBezTo>
                  <a:cubicBezTo>
                    <a:pt x="282113" y="138903"/>
                    <a:pt x="282113" y="138940"/>
                    <a:pt x="282113" y="138977"/>
                  </a:cubicBezTo>
                  <a:cubicBezTo>
                    <a:pt x="282002" y="175207"/>
                    <a:pt x="257180" y="202513"/>
                    <a:pt x="224281" y="202513"/>
                  </a:cubicBezTo>
                  <a:close/>
                  <a:moveTo>
                    <a:pt x="62616" y="84034"/>
                  </a:moveTo>
                  <a:cubicBezTo>
                    <a:pt x="34795" y="84034"/>
                    <a:pt x="11279" y="109095"/>
                    <a:pt x="11279" y="138756"/>
                  </a:cubicBezTo>
                  <a:cubicBezTo>
                    <a:pt x="11279" y="167792"/>
                    <a:pt x="34298" y="191234"/>
                    <a:pt x="62616" y="191234"/>
                  </a:cubicBezTo>
                  <a:lnTo>
                    <a:pt x="224281" y="191234"/>
                  </a:lnTo>
                  <a:cubicBezTo>
                    <a:pt x="251200" y="191234"/>
                    <a:pt x="270760" y="169209"/>
                    <a:pt x="270796" y="138867"/>
                  </a:cubicBezTo>
                  <a:cubicBezTo>
                    <a:pt x="270760" y="112260"/>
                    <a:pt x="254457" y="84034"/>
                    <a:pt x="224281" y="84034"/>
                  </a:cubicBezTo>
                  <a:lnTo>
                    <a:pt x="208751" y="84034"/>
                  </a:lnTo>
                  <a:lnTo>
                    <a:pt x="213516" y="75607"/>
                  </a:lnTo>
                  <a:cubicBezTo>
                    <a:pt x="216387" y="70528"/>
                    <a:pt x="217785" y="65210"/>
                    <a:pt x="217785" y="59359"/>
                  </a:cubicBezTo>
                  <a:cubicBezTo>
                    <a:pt x="217785" y="32403"/>
                    <a:pt x="189412" y="11279"/>
                    <a:pt x="153164" y="11279"/>
                  </a:cubicBezTo>
                  <a:cubicBezTo>
                    <a:pt x="117541" y="11279"/>
                    <a:pt x="88560" y="33047"/>
                    <a:pt x="88560" y="59801"/>
                  </a:cubicBezTo>
                  <a:cubicBezTo>
                    <a:pt x="88560" y="65523"/>
                    <a:pt x="89885" y="70399"/>
                    <a:pt x="92829" y="75607"/>
                  </a:cubicBezTo>
                  <a:lnTo>
                    <a:pt x="97595" y="84034"/>
                  </a:lnTo>
                  <a:lnTo>
                    <a:pt x="62616" y="84034"/>
                  </a:lnTo>
                  <a:close/>
                </a:path>
              </a:pathLst>
            </a:custGeom>
            <a:solidFill>
              <a:schemeClr val="bg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354" name="Freeform: Shape 294"/>
            <p:cNvSpPr/>
            <p:nvPr/>
          </p:nvSpPr>
          <p:spPr>
            <a:xfrm>
              <a:off x="1904400" y="2095200"/>
              <a:ext cx="12960" cy="207000"/>
            </a:xfrm>
            <a:custGeom>
              <a:avLst/>
              <a:gdLst>
                <a:gd name="textAreaLeft" fmla="*/ 0 w 12960"/>
                <a:gd name="textAreaRight" fmla="*/ 13320 w 12960"/>
                <a:gd name="textAreaTop" fmla="*/ 0 h 207000"/>
                <a:gd name="textAreaBottom" fmla="*/ 207360 h 207000"/>
              </a:gdLst>
              <a:ahLst/>
              <a:rect l="textAreaLeft" t="textAreaTop" r="textAreaRight" b="textAreaBottom"/>
              <a:pathLst>
                <a:path w="11279" h="174894">
                  <a:moveTo>
                    <a:pt x="0" y="0"/>
                  </a:moveTo>
                  <a:lnTo>
                    <a:pt x="11279" y="0"/>
                  </a:lnTo>
                  <a:lnTo>
                    <a:pt x="11279" y="174894"/>
                  </a:lnTo>
                  <a:lnTo>
                    <a:pt x="0" y="174894"/>
                  </a:lnTo>
                  <a:close/>
                </a:path>
              </a:pathLst>
            </a:custGeom>
            <a:solidFill>
              <a:schemeClr val="bg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355" name="Freeform: Shape 295"/>
            <p:cNvSpPr/>
            <p:nvPr/>
          </p:nvSpPr>
          <p:spPr>
            <a:xfrm>
              <a:off x="1847520" y="2091960"/>
              <a:ext cx="64080" cy="97560"/>
            </a:xfrm>
            <a:custGeom>
              <a:avLst/>
              <a:gdLst>
                <a:gd name="textAreaLeft" fmla="*/ 0 w 64080"/>
                <a:gd name="textAreaRight" fmla="*/ 64440 w 64080"/>
                <a:gd name="textAreaTop" fmla="*/ 0 h 97560"/>
                <a:gd name="textAreaBottom" fmla="*/ 97920 h 97560"/>
              </a:gdLst>
              <a:ahLst/>
              <a:rect l="textAreaLeft" t="textAreaTop" r="textAreaRight" b="textAreaBottom"/>
              <a:pathLst>
                <a:path w="54289" h="82609">
                  <a:moveTo>
                    <a:pt x="9763" y="0"/>
                  </a:moveTo>
                  <a:lnTo>
                    <a:pt x="54290" y="76961"/>
                  </a:lnTo>
                  <a:lnTo>
                    <a:pt x="44526" y="82609"/>
                  </a:lnTo>
                  <a:lnTo>
                    <a:pt x="0" y="5649"/>
                  </a:lnTo>
                  <a:close/>
                </a:path>
              </a:pathLst>
            </a:custGeom>
            <a:solidFill>
              <a:schemeClr val="bg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356" name="Freeform: Shape 296"/>
            <p:cNvSpPr/>
            <p:nvPr/>
          </p:nvSpPr>
          <p:spPr>
            <a:xfrm>
              <a:off x="1590840" y="2123280"/>
              <a:ext cx="138240" cy="138240"/>
            </a:xfrm>
            <a:custGeom>
              <a:avLst/>
              <a:gdLst>
                <a:gd name="textAreaLeft" fmla="*/ 0 w 138240"/>
                <a:gd name="textAreaRight" fmla="*/ 138600 w 138240"/>
                <a:gd name="textAreaTop" fmla="*/ 0 h 138240"/>
                <a:gd name="textAreaBottom" fmla="*/ 138600 h 138240"/>
              </a:gdLst>
              <a:ahLst/>
              <a:rect l="textAreaLeft" t="textAreaTop" r="textAreaRight" b="textAreaBottom"/>
              <a:pathLst>
                <a:path w="116914" h="116915">
                  <a:moveTo>
                    <a:pt x="66627" y="116915"/>
                  </a:moveTo>
                  <a:cubicBezTo>
                    <a:pt x="63444" y="116915"/>
                    <a:pt x="60298" y="116418"/>
                    <a:pt x="57170" y="115425"/>
                  </a:cubicBezTo>
                  <a:cubicBezTo>
                    <a:pt x="17903" y="102913"/>
                    <a:pt x="1987" y="11703"/>
                    <a:pt x="1325" y="7839"/>
                  </a:cubicBezTo>
                  <a:lnTo>
                    <a:pt x="0" y="0"/>
                  </a:lnTo>
                  <a:lnTo>
                    <a:pt x="7839" y="1325"/>
                  </a:lnTo>
                  <a:cubicBezTo>
                    <a:pt x="11721" y="1987"/>
                    <a:pt x="102913" y="17903"/>
                    <a:pt x="115425" y="57170"/>
                  </a:cubicBezTo>
                  <a:cubicBezTo>
                    <a:pt x="119786" y="70859"/>
                    <a:pt x="114560" y="85230"/>
                    <a:pt x="99895" y="99895"/>
                  </a:cubicBezTo>
                  <a:cubicBezTo>
                    <a:pt x="88579" y="111211"/>
                    <a:pt x="77428" y="116915"/>
                    <a:pt x="66627" y="116915"/>
                  </a:cubicBezTo>
                  <a:close/>
                  <a:moveTo>
                    <a:pt x="14003" y="13984"/>
                  </a:moveTo>
                  <a:cubicBezTo>
                    <a:pt x="19927" y="42431"/>
                    <a:pt x="36009" y="96841"/>
                    <a:pt x="60610" y="104679"/>
                  </a:cubicBezTo>
                  <a:cubicBezTo>
                    <a:pt x="69958" y="107660"/>
                    <a:pt x="80483" y="103354"/>
                    <a:pt x="91928" y="91928"/>
                  </a:cubicBezTo>
                  <a:cubicBezTo>
                    <a:pt x="103373" y="80483"/>
                    <a:pt x="107660" y="69958"/>
                    <a:pt x="104679" y="60610"/>
                  </a:cubicBezTo>
                  <a:cubicBezTo>
                    <a:pt x="96840" y="35991"/>
                    <a:pt x="42449" y="19909"/>
                    <a:pt x="14003" y="13984"/>
                  </a:cubicBezTo>
                  <a:close/>
                </a:path>
              </a:pathLst>
            </a:custGeom>
            <a:solidFill>
              <a:schemeClr val="bg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357" name="Freeform: Shape 297"/>
            <p:cNvSpPr/>
            <p:nvPr/>
          </p:nvSpPr>
          <p:spPr>
            <a:xfrm>
              <a:off x="1666800" y="2199960"/>
              <a:ext cx="64440" cy="102240"/>
            </a:xfrm>
            <a:custGeom>
              <a:avLst/>
              <a:gdLst>
                <a:gd name="textAreaLeft" fmla="*/ 0 w 64440"/>
                <a:gd name="textAreaRight" fmla="*/ 64800 w 64440"/>
                <a:gd name="textAreaTop" fmla="*/ 0 h 102240"/>
                <a:gd name="textAreaBottom" fmla="*/ 102600 h 102240"/>
              </a:gdLst>
              <a:ahLst/>
              <a:rect l="textAreaLeft" t="textAreaTop" r="textAreaRight" b="textAreaBottom"/>
              <a:pathLst>
                <a:path w="54685" h="86609">
                  <a:moveTo>
                    <a:pt x="53618" y="86610"/>
                  </a:moveTo>
                  <a:lnTo>
                    <a:pt x="42339" y="86610"/>
                  </a:lnTo>
                  <a:lnTo>
                    <a:pt x="42633" y="50325"/>
                  </a:lnTo>
                  <a:lnTo>
                    <a:pt x="0" y="8004"/>
                  </a:lnTo>
                  <a:lnTo>
                    <a:pt x="7949" y="0"/>
                  </a:lnTo>
                  <a:lnTo>
                    <a:pt x="54686" y="46387"/>
                  </a:lnTo>
                  <a:lnTo>
                    <a:pt x="53618" y="53195"/>
                  </a:lnTo>
                  <a:close/>
                </a:path>
              </a:pathLst>
            </a:custGeom>
            <a:solidFill>
              <a:schemeClr val="bg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</p:grpSp>
      <p:cxnSp>
        <p:nvCxnSpPr>
          <p:cNvPr id="358" name="Straight Connector 10"/>
          <p:cNvCxnSpPr/>
          <p:nvPr/>
        </p:nvCxnSpPr>
        <p:spPr>
          <a:xfrm>
            <a:off x="1595160" y="3376440"/>
            <a:ext cx="626040" cy="360"/>
          </a:xfrm>
          <a:prstGeom prst="straightConnector1">
            <a:avLst/>
          </a:prstGeom>
          <a:ln w="28575">
            <a:solidFill>
              <a:srgbClr val="ffffff"/>
            </a:solidFill>
            <a:round/>
          </a:ln>
        </p:spPr>
      </p:cxnSp>
      <p:cxnSp>
        <p:nvCxnSpPr>
          <p:cNvPr id="359" name="Straight Connector 121"/>
          <p:cNvCxnSpPr/>
          <p:nvPr/>
        </p:nvCxnSpPr>
        <p:spPr>
          <a:xfrm>
            <a:off x="9870840" y="3376440"/>
            <a:ext cx="626040" cy="360"/>
          </a:xfrm>
          <a:prstGeom prst="straightConnector1">
            <a:avLst/>
          </a:prstGeom>
          <a:ln w="28575">
            <a:solidFill>
              <a:srgbClr val="ffffff"/>
            </a:solidFill>
            <a:round/>
          </a:ln>
        </p:spPr>
      </p:cxnSp>
      <p:sp>
        <p:nvSpPr>
          <p:cNvPr id="360" name="Content Placeholder 9"/>
          <p:cNvSpPr/>
          <p:nvPr/>
        </p:nvSpPr>
        <p:spPr>
          <a:xfrm>
            <a:off x="9090000" y="3610080"/>
            <a:ext cx="2187360" cy="12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MS PGothic"/>
              </a:rPr>
              <a:t>Icons are on the last slide of this presentation template; you can change their colors using “shape fill”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1" name="Graphic 228"/>
          <p:cNvGrpSpPr/>
          <p:nvPr/>
        </p:nvGrpSpPr>
        <p:grpSpPr>
          <a:xfrm>
            <a:off x="5640120" y="1862640"/>
            <a:ext cx="861120" cy="1224720"/>
            <a:chOff x="5640120" y="1862640"/>
            <a:chExt cx="861120" cy="1224720"/>
          </a:xfrm>
        </p:grpSpPr>
        <p:grpSp>
          <p:nvGrpSpPr>
            <p:cNvPr id="362" name="Graphic 228"/>
            <p:cNvGrpSpPr/>
            <p:nvPr/>
          </p:nvGrpSpPr>
          <p:grpSpPr>
            <a:xfrm>
              <a:off x="5640120" y="2940840"/>
              <a:ext cx="861120" cy="146520"/>
              <a:chOff x="5640120" y="2940840"/>
              <a:chExt cx="861120" cy="146520"/>
            </a:xfrm>
          </p:grpSpPr>
          <p:sp>
            <p:nvSpPr>
              <p:cNvPr id="363" name="Freeform: Shape 246"/>
              <p:cNvSpPr/>
              <p:nvPr/>
            </p:nvSpPr>
            <p:spPr>
              <a:xfrm>
                <a:off x="5640120" y="2940840"/>
                <a:ext cx="126720" cy="146520"/>
              </a:xfrm>
              <a:custGeom>
                <a:avLst/>
                <a:gdLst>
                  <a:gd name="textAreaLeft" fmla="*/ 0 w 126720"/>
                  <a:gd name="textAreaRight" fmla="*/ 127080 w 126720"/>
                  <a:gd name="textAreaTop" fmla="*/ 0 h 146520"/>
                  <a:gd name="textAreaBottom" fmla="*/ 146880 h 146520"/>
                </a:gdLst>
                <a:ahLst/>
                <a:rect l="textAreaLeft" t="textAreaTop" r="textAreaRight" b="textAreaBottom"/>
                <a:pathLst>
                  <a:path w="107126" h="123907">
                    <a:moveTo>
                      <a:pt x="107126" y="63150"/>
                    </a:moveTo>
                    <a:lnTo>
                      <a:pt x="107126" y="121202"/>
                    </a:lnTo>
                    <a:lnTo>
                      <a:pt x="94945" y="121202"/>
                    </a:lnTo>
                    <a:lnTo>
                      <a:pt x="94945" y="101404"/>
                    </a:lnTo>
                    <a:cubicBezTo>
                      <a:pt x="86481" y="115627"/>
                      <a:pt x="71926" y="123907"/>
                      <a:pt x="54833" y="123907"/>
                    </a:cubicBezTo>
                    <a:cubicBezTo>
                      <a:pt x="23184" y="123907"/>
                      <a:pt x="0" y="95810"/>
                      <a:pt x="0" y="60261"/>
                    </a:cubicBezTo>
                    <a:cubicBezTo>
                      <a:pt x="0" y="24712"/>
                      <a:pt x="24546" y="0"/>
                      <a:pt x="55845" y="0"/>
                    </a:cubicBezTo>
                    <a:cubicBezTo>
                      <a:pt x="71246" y="0"/>
                      <a:pt x="84273" y="6606"/>
                      <a:pt x="92737" y="17094"/>
                    </a:cubicBezTo>
                    <a:lnTo>
                      <a:pt x="92737" y="2705"/>
                    </a:lnTo>
                    <a:lnTo>
                      <a:pt x="105268" y="2705"/>
                    </a:lnTo>
                    <a:lnTo>
                      <a:pt x="105268" y="36212"/>
                    </a:lnTo>
                    <a:lnTo>
                      <a:pt x="94780" y="36212"/>
                    </a:lnTo>
                    <a:cubicBezTo>
                      <a:pt x="89204" y="21988"/>
                      <a:pt x="74815" y="12862"/>
                      <a:pt x="56875" y="12862"/>
                    </a:cubicBezTo>
                    <a:cubicBezTo>
                      <a:pt x="34206" y="12862"/>
                      <a:pt x="15070" y="31299"/>
                      <a:pt x="15070" y="60242"/>
                    </a:cubicBezTo>
                    <a:cubicBezTo>
                      <a:pt x="15070" y="88855"/>
                      <a:pt x="32845" y="111027"/>
                      <a:pt x="56194" y="111027"/>
                    </a:cubicBezTo>
                    <a:cubicBezTo>
                      <a:pt x="76158" y="111027"/>
                      <a:pt x="92075" y="98000"/>
                      <a:pt x="94614" y="74981"/>
                    </a:cubicBezTo>
                    <a:lnTo>
                      <a:pt x="68044" y="74981"/>
                    </a:lnTo>
                    <a:lnTo>
                      <a:pt x="68044" y="63131"/>
                    </a:lnTo>
                    <a:lnTo>
                      <a:pt x="107126" y="63131"/>
                    </a:lnTo>
                    <a:close/>
                  </a:path>
                </a:pathLst>
              </a:custGeom>
              <a:solidFill>
                <a:srgbClr val="434f63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64" name="Freeform: Shape 247"/>
              <p:cNvSpPr/>
              <p:nvPr/>
            </p:nvSpPr>
            <p:spPr>
              <a:xfrm>
                <a:off x="5802840" y="2944080"/>
                <a:ext cx="92520" cy="140040"/>
              </a:xfrm>
              <a:custGeom>
                <a:avLst/>
                <a:gdLst>
                  <a:gd name="textAreaLeft" fmla="*/ 0 w 92520"/>
                  <a:gd name="textAreaRight" fmla="*/ 92880 w 92520"/>
                  <a:gd name="textAreaTop" fmla="*/ 0 h 140040"/>
                  <a:gd name="textAreaBottom" fmla="*/ 140400 h 140040"/>
                </a:gdLst>
                <a:ahLst/>
                <a:rect l="textAreaLeft" t="textAreaTop" r="textAreaRight" b="textAreaBottom"/>
                <a:pathLst>
                  <a:path w="78182" h="118479">
                    <a:moveTo>
                      <a:pt x="78183" y="87843"/>
                    </a:moveTo>
                    <a:lnTo>
                      <a:pt x="7818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77851" y="0"/>
                    </a:lnTo>
                    <a:lnTo>
                      <a:pt x="77851" y="28263"/>
                    </a:lnTo>
                    <a:lnTo>
                      <a:pt x="64990" y="28263"/>
                    </a:lnTo>
                    <a:lnTo>
                      <a:pt x="64990" y="11169"/>
                    </a:lnTo>
                    <a:lnTo>
                      <a:pt x="28778" y="11169"/>
                    </a:lnTo>
                    <a:lnTo>
                      <a:pt x="28778" y="50766"/>
                    </a:lnTo>
                    <a:lnTo>
                      <a:pt x="64824" y="50766"/>
                    </a:lnTo>
                    <a:lnTo>
                      <a:pt x="64824" y="62616"/>
                    </a:lnTo>
                    <a:lnTo>
                      <a:pt x="28778" y="62616"/>
                    </a:lnTo>
                    <a:lnTo>
                      <a:pt x="28778" y="107292"/>
                    </a:lnTo>
                    <a:lnTo>
                      <a:pt x="65339" y="107292"/>
                    </a:lnTo>
                    <a:lnTo>
                      <a:pt x="65339" y="87824"/>
                    </a:lnTo>
                    <a:lnTo>
                      <a:pt x="78183" y="87824"/>
                    </a:lnTo>
                    <a:close/>
                  </a:path>
                </a:pathLst>
              </a:custGeom>
              <a:solidFill>
                <a:srgbClr val="434f63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65" name="Freeform: Shape 248"/>
              <p:cNvSpPr/>
              <p:nvPr/>
            </p:nvSpPr>
            <p:spPr>
              <a:xfrm>
                <a:off x="5928480" y="2944080"/>
                <a:ext cx="144720" cy="140040"/>
              </a:xfrm>
              <a:custGeom>
                <a:avLst/>
                <a:gdLst>
                  <a:gd name="textAreaLeft" fmla="*/ 0 w 144720"/>
                  <a:gd name="textAreaRight" fmla="*/ 145080 w 144720"/>
                  <a:gd name="textAreaTop" fmla="*/ 0 h 140040"/>
                  <a:gd name="textAreaBottom" fmla="*/ 140400 h 140040"/>
                </a:gdLst>
                <a:ahLst/>
                <a:rect l="textAreaLeft" t="textAreaTop" r="textAreaRight" b="textAreaBottom"/>
                <a:pathLst>
                  <a:path w="122195" h="118479">
                    <a:moveTo>
                      <a:pt x="122196" y="11169"/>
                    </a:moveTo>
                    <a:lnTo>
                      <a:pt x="107641" y="11169"/>
                    </a:lnTo>
                    <a:lnTo>
                      <a:pt x="107641" y="118479"/>
                    </a:lnTo>
                    <a:lnTo>
                      <a:pt x="92571" y="118479"/>
                    </a:lnTo>
                    <a:lnTo>
                      <a:pt x="27416" y="21160"/>
                    </a:lnTo>
                    <a:lnTo>
                      <a:pt x="27416" y="107310"/>
                    </a:lnTo>
                    <a:lnTo>
                      <a:pt x="41971" y="107310"/>
                    </a:lnTo>
                    <a:lnTo>
                      <a:pt x="41971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29275" y="0"/>
                    </a:lnTo>
                    <a:lnTo>
                      <a:pt x="94780" y="96988"/>
                    </a:lnTo>
                    <a:lnTo>
                      <a:pt x="94780" y="11169"/>
                    </a:lnTo>
                    <a:lnTo>
                      <a:pt x="80225" y="11169"/>
                    </a:lnTo>
                    <a:lnTo>
                      <a:pt x="80225" y="0"/>
                    </a:lnTo>
                    <a:lnTo>
                      <a:pt x="122196" y="0"/>
                    </a:lnTo>
                    <a:lnTo>
                      <a:pt x="122196" y="11169"/>
                    </a:lnTo>
                    <a:close/>
                  </a:path>
                </a:pathLst>
              </a:custGeom>
              <a:solidFill>
                <a:srgbClr val="434f63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66" name="Freeform: Shape 249"/>
              <p:cNvSpPr/>
              <p:nvPr/>
            </p:nvSpPr>
            <p:spPr>
              <a:xfrm>
                <a:off x="6103800" y="2944080"/>
                <a:ext cx="123120" cy="14004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40040"/>
                  <a:gd name="textAreaBottom" fmla="*/ 140400 h 140040"/>
                </a:gdLst>
                <a:ahLst/>
                <a:rect l="textAreaLeft" t="textAreaTop" r="textAreaRight" b="textAreaBottom"/>
                <a:pathLst>
                  <a:path w="104090" h="118479">
                    <a:moveTo>
                      <a:pt x="104090" y="58899"/>
                    </a:moveTo>
                    <a:cubicBezTo>
                      <a:pt x="104090" y="95111"/>
                      <a:pt x="82764" y="118479"/>
                      <a:pt x="46203" y="118479"/>
                    </a:cubicBez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5191" y="0"/>
                    </a:lnTo>
                    <a:cubicBezTo>
                      <a:pt x="81072" y="18"/>
                      <a:pt x="104090" y="22522"/>
                      <a:pt x="104090" y="58899"/>
                    </a:cubicBezTo>
                    <a:close/>
                    <a:moveTo>
                      <a:pt x="88855" y="58402"/>
                    </a:moveTo>
                    <a:cubicBezTo>
                      <a:pt x="88855" y="28097"/>
                      <a:pt x="70915" y="11187"/>
                      <a:pt x="42652" y="11187"/>
                    </a:cubicBezTo>
                    <a:lnTo>
                      <a:pt x="28778" y="11187"/>
                    </a:lnTo>
                    <a:lnTo>
                      <a:pt x="28778" y="107329"/>
                    </a:lnTo>
                    <a:lnTo>
                      <a:pt x="43848" y="107329"/>
                    </a:lnTo>
                    <a:cubicBezTo>
                      <a:pt x="72607" y="107310"/>
                      <a:pt x="88855" y="90382"/>
                      <a:pt x="88855" y="58402"/>
                    </a:cubicBezTo>
                    <a:close/>
                  </a:path>
                </a:pathLst>
              </a:custGeom>
              <a:solidFill>
                <a:srgbClr val="434f63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67" name="Freeform: Shape 250"/>
              <p:cNvSpPr/>
              <p:nvPr/>
            </p:nvSpPr>
            <p:spPr>
              <a:xfrm>
                <a:off x="6259320" y="2944080"/>
                <a:ext cx="92520" cy="140040"/>
              </a:xfrm>
              <a:custGeom>
                <a:avLst/>
                <a:gdLst>
                  <a:gd name="textAreaLeft" fmla="*/ 0 w 92520"/>
                  <a:gd name="textAreaRight" fmla="*/ 92880 w 92520"/>
                  <a:gd name="textAreaTop" fmla="*/ 0 h 140040"/>
                  <a:gd name="textAreaBottom" fmla="*/ 140400 h 140040"/>
                </a:gdLst>
                <a:ahLst/>
                <a:rect l="textAreaLeft" t="textAreaTop" r="textAreaRight" b="textAreaBottom"/>
                <a:pathLst>
                  <a:path w="78201" h="118479">
                    <a:moveTo>
                      <a:pt x="78201" y="87843"/>
                    </a:moveTo>
                    <a:lnTo>
                      <a:pt x="78201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77851" y="0"/>
                    </a:lnTo>
                    <a:lnTo>
                      <a:pt x="77851" y="28263"/>
                    </a:lnTo>
                    <a:lnTo>
                      <a:pt x="64990" y="28263"/>
                    </a:lnTo>
                    <a:lnTo>
                      <a:pt x="64990" y="11169"/>
                    </a:lnTo>
                    <a:lnTo>
                      <a:pt x="28778" y="11169"/>
                    </a:lnTo>
                    <a:lnTo>
                      <a:pt x="28778" y="50766"/>
                    </a:lnTo>
                    <a:lnTo>
                      <a:pt x="64824" y="50766"/>
                    </a:lnTo>
                    <a:lnTo>
                      <a:pt x="64824" y="62616"/>
                    </a:lnTo>
                    <a:lnTo>
                      <a:pt x="28778" y="62616"/>
                    </a:lnTo>
                    <a:lnTo>
                      <a:pt x="28778" y="107292"/>
                    </a:lnTo>
                    <a:lnTo>
                      <a:pt x="65339" y="107292"/>
                    </a:lnTo>
                    <a:lnTo>
                      <a:pt x="65339" y="87824"/>
                    </a:lnTo>
                    <a:lnTo>
                      <a:pt x="78201" y="87824"/>
                    </a:lnTo>
                    <a:close/>
                  </a:path>
                </a:pathLst>
              </a:custGeom>
              <a:solidFill>
                <a:srgbClr val="434f63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68" name="Freeform: Shape 251"/>
              <p:cNvSpPr/>
              <p:nvPr/>
            </p:nvSpPr>
            <p:spPr>
              <a:xfrm>
                <a:off x="6384960" y="2944080"/>
                <a:ext cx="116280" cy="140040"/>
              </a:xfrm>
              <a:custGeom>
                <a:avLst/>
                <a:gdLst>
                  <a:gd name="textAreaLeft" fmla="*/ 0 w 116280"/>
                  <a:gd name="textAreaRight" fmla="*/ 116640 w 116280"/>
                  <a:gd name="textAreaTop" fmla="*/ 0 h 140040"/>
                  <a:gd name="textAreaBottom" fmla="*/ 140400 h 140040"/>
                </a:gdLst>
                <a:ahLst/>
                <a:rect l="textAreaLeft" t="textAreaTop" r="textAreaRight" b="textAreaBottom"/>
                <a:pathLst>
                  <a:path w="98331" h="118479">
                    <a:moveTo>
                      <a:pt x="98331" y="107310"/>
                    </a:moveTo>
                    <a:lnTo>
                      <a:pt x="98331" y="118479"/>
                    </a:lnTo>
                    <a:lnTo>
                      <a:pt x="73288" y="118479"/>
                    </a:lnTo>
                    <a:lnTo>
                      <a:pt x="44860" y="68044"/>
                    </a:lnTo>
                    <a:lnTo>
                      <a:pt x="28778" y="68044"/>
                    </a:lnTo>
                    <a:lnTo>
                      <a:pt x="28778" y="107310"/>
                    </a:lnTo>
                    <a:lnTo>
                      <a:pt x="42321" y="107310"/>
                    </a:lnTo>
                    <a:lnTo>
                      <a:pt x="42321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215" y="0"/>
                    </a:lnTo>
                    <a:cubicBezTo>
                      <a:pt x="66848" y="0"/>
                      <a:pt x="82764" y="14058"/>
                      <a:pt x="82764" y="32329"/>
                    </a:cubicBezTo>
                    <a:cubicBezTo>
                      <a:pt x="82764" y="47049"/>
                      <a:pt x="72773" y="59580"/>
                      <a:pt x="58568" y="64990"/>
                    </a:cubicBezTo>
                    <a:lnTo>
                      <a:pt x="83280" y="107310"/>
                    </a:lnTo>
                    <a:lnTo>
                      <a:pt x="98331" y="107310"/>
                    </a:lnTo>
                    <a:close/>
                    <a:moveTo>
                      <a:pt x="67860" y="32513"/>
                    </a:moveTo>
                    <a:cubicBezTo>
                      <a:pt x="67860" y="19320"/>
                      <a:pt x="58550" y="10856"/>
                      <a:pt x="45853" y="10856"/>
                    </a:cubicBezTo>
                    <a:lnTo>
                      <a:pt x="28760" y="10856"/>
                    </a:lnTo>
                    <a:lnTo>
                      <a:pt x="28760" y="57225"/>
                    </a:lnTo>
                    <a:lnTo>
                      <a:pt x="43829" y="57225"/>
                    </a:lnTo>
                    <a:cubicBezTo>
                      <a:pt x="58053" y="57206"/>
                      <a:pt x="67860" y="47730"/>
                      <a:pt x="67860" y="32513"/>
                    </a:cubicBezTo>
                    <a:close/>
                  </a:path>
                </a:pathLst>
              </a:custGeom>
              <a:solidFill>
                <a:srgbClr val="434f63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  <p:grpSp>
          <p:nvGrpSpPr>
            <p:cNvPr id="369" name="Graphic 228"/>
            <p:cNvGrpSpPr/>
            <p:nvPr/>
          </p:nvGrpSpPr>
          <p:grpSpPr>
            <a:xfrm>
              <a:off x="5715000" y="1862640"/>
              <a:ext cx="704520" cy="874800"/>
              <a:chOff x="5715000" y="1862640"/>
              <a:chExt cx="704520" cy="874800"/>
            </a:xfrm>
          </p:grpSpPr>
          <p:sp>
            <p:nvSpPr>
              <p:cNvPr id="370" name="Freeform: Shape 253"/>
              <p:cNvSpPr/>
              <p:nvPr/>
            </p:nvSpPr>
            <p:spPr>
              <a:xfrm>
                <a:off x="5715000" y="2122200"/>
                <a:ext cx="314280" cy="6152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615240"/>
                  <a:gd name="textAreaBottom" fmla="*/ 615600 h 615240"/>
                </a:gdLst>
                <a:ahLst/>
                <a:rect l="textAreaLeft" t="textAreaTop" r="textAreaRight" b="textAreaBottom"/>
                <a:pathLst>
                  <a:path w="265165" h="519052">
                    <a:moveTo>
                      <a:pt x="178869" y="519053"/>
                    </a:moveTo>
                    <a:lnTo>
                      <a:pt x="80759" y="519053"/>
                    </a:lnTo>
                    <a:lnTo>
                      <a:pt x="59838" y="265166"/>
                    </a:lnTo>
                    <a:lnTo>
                      <a:pt x="0" y="265166"/>
                    </a:lnTo>
                    <a:lnTo>
                      <a:pt x="0" y="0"/>
                    </a:lnTo>
                    <a:lnTo>
                      <a:pt x="265166" y="0"/>
                    </a:lnTo>
                    <a:lnTo>
                      <a:pt x="265166" y="265166"/>
                    </a:lnTo>
                    <a:lnTo>
                      <a:pt x="199808" y="265166"/>
                    </a:lnTo>
                    <a:lnTo>
                      <a:pt x="178869" y="519053"/>
                    </a:lnTo>
                    <a:close/>
                    <a:moveTo>
                      <a:pt x="91136" y="507755"/>
                    </a:moveTo>
                    <a:lnTo>
                      <a:pt x="168472" y="507755"/>
                    </a:lnTo>
                    <a:lnTo>
                      <a:pt x="189394" y="253868"/>
                    </a:lnTo>
                    <a:lnTo>
                      <a:pt x="253868" y="253868"/>
                    </a:lnTo>
                    <a:lnTo>
                      <a:pt x="253868" y="11279"/>
                    </a:lnTo>
                    <a:lnTo>
                      <a:pt x="11279" y="11279"/>
                    </a:lnTo>
                    <a:lnTo>
                      <a:pt x="11279" y="253868"/>
                    </a:lnTo>
                    <a:lnTo>
                      <a:pt x="70215" y="253868"/>
                    </a:lnTo>
                    <a:lnTo>
                      <a:pt x="91136" y="507755"/>
                    </a:lnTo>
                    <a:close/>
                  </a:path>
                </a:pathLst>
              </a:custGeom>
              <a:solidFill>
                <a:srgbClr val="434f63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71" name="Freeform: Shape 254"/>
              <p:cNvSpPr/>
              <p:nvPr/>
            </p:nvSpPr>
            <p:spPr>
              <a:xfrm>
                <a:off x="6143040" y="2122200"/>
                <a:ext cx="276480" cy="615240"/>
              </a:xfrm>
              <a:custGeom>
                <a:avLst/>
                <a:gdLst>
                  <a:gd name="textAreaLeft" fmla="*/ 0 w 276480"/>
                  <a:gd name="textAreaRight" fmla="*/ 276840 w 276480"/>
                  <a:gd name="textAreaTop" fmla="*/ 0 h 615240"/>
                  <a:gd name="textAreaBottom" fmla="*/ 615600 h 615240"/>
                </a:gdLst>
                <a:ahLst/>
                <a:rect l="textAreaLeft" t="textAreaTop" r="textAreaRight" b="textAreaBottom"/>
                <a:pathLst>
                  <a:path w="233241" h="519052">
                    <a:moveTo>
                      <a:pt x="165676" y="519053"/>
                    </a:moveTo>
                    <a:lnTo>
                      <a:pt x="67584" y="519053"/>
                    </a:lnTo>
                    <a:lnTo>
                      <a:pt x="56893" y="394924"/>
                    </a:lnTo>
                    <a:lnTo>
                      <a:pt x="0" y="394924"/>
                    </a:lnTo>
                    <a:lnTo>
                      <a:pt x="33176" y="0"/>
                    </a:lnTo>
                    <a:lnTo>
                      <a:pt x="200084" y="0"/>
                    </a:lnTo>
                    <a:lnTo>
                      <a:pt x="200507" y="5170"/>
                    </a:lnTo>
                    <a:lnTo>
                      <a:pt x="233241" y="394924"/>
                    </a:lnTo>
                    <a:lnTo>
                      <a:pt x="176348" y="394924"/>
                    </a:lnTo>
                    <a:lnTo>
                      <a:pt x="165676" y="519053"/>
                    </a:lnTo>
                    <a:close/>
                    <a:moveTo>
                      <a:pt x="77943" y="507755"/>
                    </a:moveTo>
                    <a:lnTo>
                      <a:pt x="155316" y="507755"/>
                    </a:lnTo>
                    <a:lnTo>
                      <a:pt x="166007" y="383627"/>
                    </a:lnTo>
                    <a:lnTo>
                      <a:pt x="220987" y="383627"/>
                    </a:lnTo>
                    <a:lnTo>
                      <a:pt x="189706" y="11261"/>
                    </a:lnTo>
                    <a:lnTo>
                      <a:pt x="43553" y="11261"/>
                    </a:lnTo>
                    <a:lnTo>
                      <a:pt x="12273" y="383627"/>
                    </a:lnTo>
                    <a:lnTo>
                      <a:pt x="67253" y="383627"/>
                    </a:lnTo>
                    <a:lnTo>
                      <a:pt x="77943" y="507755"/>
                    </a:lnTo>
                    <a:close/>
                  </a:path>
                </a:pathLst>
              </a:custGeom>
              <a:solidFill>
                <a:srgbClr val="434f63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72" name="Freeform: Shape 255"/>
              <p:cNvSpPr/>
              <p:nvPr/>
            </p:nvSpPr>
            <p:spPr>
              <a:xfrm>
                <a:off x="5770080" y="1862640"/>
                <a:ext cx="200880" cy="200880"/>
              </a:xfrm>
              <a:custGeom>
                <a:avLst/>
                <a:gdLst>
                  <a:gd name="textAreaLeft" fmla="*/ 0 w 200880"/>
                  <a:gd name="textAreaRight" fmla="*/ 201240 w 200880"/>
                  <a:gd name="textAreaTop" fmla="*/ 0 h 200880"/>
                  <a:gd name="textAreaBottom" fmla="*/ 201240 h 200880"/>
                </a:gdLst>
                <a:ahLst/>
                <a:rect l="textAreaLeft" t="textAreaTop" r="textAreaRight" b="textAreaBottom"/>
                <a:pathLst>
                  <a:path w="169521" h="169539">
                    <a:moveTo>
                      <a:pt x="84770" y="169540"/>
                    </a:moveTo>
                    <a:cubicBezTo>
                      <a:pt x="38033" y="169540"/>
                      <a:pt x="0" y="131525"/>
                      <a:pt x="0" y="84770"/>
                    </a:cubicBezTo>
                    <a:cubicBezTo>
                      <a:pt x="0" y="38015"/>
                      <a:pt x="38033" y="0"/>
                      <a:pt x="84770" y="0"/>
                    </a:cubicBezTo>
                    <a:cubicBezTo>
                      <a:pt x="131507" y="0"/>
                      <a:pt x="169521" y="38015"/>
                      <a:pt x="169521" y="84770"/>
                    </a:cubicBezTo>
                    <a:cubicBezTo>
                      <a:pt x="169521" y="131525"/>
                      <a:pt x="131507" y="169540"/>
                      <a:pt x="84770" y="169540"/>
                    </a:cubicBezTo>
                    <a:close/>
                    <a:moveTo>
                      <a:pt x="84770" y="11298"/>
                    </a:moveTo>
                    <a:cubicBezTo>
                      <a:pt x="44253" y="11298"/>
                      <a:pt x="11298" y="44253"/>
                      <a:pt x="11298" y="84770"/>
                    </a:cubicBezTo>
                    <a:cubicBezTo>
                      <a:pt x="11298" y="125287"/>
                      <a:pt x="44253" y="158242"/>
                      <a:pt x="84770" y="158242"/>
                    </a:cubicBezTo>
                    <a:cubicBezTo>
                      <a:pt x="125287" y="158242"/>
                      <a:pt x="158242" y="125287"/>
                      <a:pt x="158242" y="84770"/>
                    </a:cubicBezTo>
                    <a:cubicBezTo>
                      <a:pt x="158242" y="44253"/>
                      <a:pt x="125287" y="11298"/>
                      <a:pt x="84770" y="11298"/>
                    </a:cubicBezTo>
                    <a:close/>
                  </a:path>
                </a:pathLst>
              </a:custGeom>
              <a:solidFill>
                <a:srgbClr val="434f63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373" name="Freeform: Shape 256"/>
              <p:cNvSpPr/>
              <p:nvPr/>
            </p:nvSpPr>
            <p:spPr>
              <a:xfrm>
                <a:off x="6180840" y="1862640"/>
                <a:ext cx="200880" cy="200880"/>
              </a:xfrm>
              <a:custGeom>
                <a:avLst/>
                <a:gdLst>
                  <a:gd name="textAreaLeft" fmla="*/ 0 w 200880"/>
                  <a:gd name="textAreaRight" fmla="*/ 201240 w 200880"/>
                  <a:gd name="textAreaTop" fmla="*/ 0 h 200880"/>
                  <a:gd name="textAreaBottom" fmla="*/ 201240 h 200880"/>
                </a:gdLst>
                <a:ahLst/>
                <a:rect l="textAreaLeft" t="textAreaTop" r="textAreaRight" b="textAreaBottom"/>
                <a:pathLst>
                  <a:path w="169539" h="169539">
                    <a:moveTo>
                      <a:pt x="84770" y="169540"/>
                    </a:moveTo>
                    <a:cubicBezTo>
                      <a:pt x="38033" y="169540"/>
                      <a:pt x="0" y="131525"/>
                      <a:pt x="0" y="84770"/>
                    </a:cubicBezTo>
                    <a:cubicBezTo>
                      <a:pt x="0" y="38015"/>
                      <a:pt x="38033" y="0"/>
                      <a:pt x="84770" y="0"/>
                    </a:cubicBezTo>
                    <a:cubicBezTo>
                      <a:pt x="131507" y="0"/>
                      <a:pt x="169540" y="38015"/>
                      <a:pt x="169540" y="84770"/>
                    </a:cubicBezTo>
                    <a:cubicBezTo>
                      <a:pt x="169540" y="131525"/>
                      <a:pt x="131507" y="169540"/>
                      <a:pt x="84770" y="169540"/>
                    </a:cubicBezTo>
                    <a:close/>
                    <a:moveTo>
                      <a:pt x="84770" y="11298"/>
                    </a:moveTo>
                    <a:cubicBezTo>
                      <a:pt x="44253" y="11298"/>
                      <a:pt x="11298" y="44253"/>
                      <a:pt x="11298" y="84770"/>
                    </a:cubicBezTo>
                    <a:cubicBezTo>
                      <a:pt x="11298" y="125287"/>
                      <a:pt x="44253" y="158242"/>
                      <a:pt x="84770" y="158242"/>
                    </a:cubicBezTo>
                    <a:cubicBezTo>
                      <a:pt x="125287" y="158242"/>
                      <a:pt x="158242" y="125287"/>
                      <a:pt x="158242" y="84770"/>
                    </a:cubicBezTo>
                    <a:cubicBezTo>
                      <a:pt x="158242" y="44253"/>
                      <a:pt x="125287" y="11298"/>
                      <a:pt x="84770" y="11298"/>
                    </a:cubicBezTo>
                    <a:close/>
                  </a:path>
                </a:pathLst>
              </a:custGeom>
              <a:solidFill>
                <a:srgbClr val="434f63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  <p:sp>
          <p:nvSpPr>
            <p:cNvPr id="374" name="Freeform: Shape 257"/>
            <p:cNvSpPr/>
            <p:nvPr/>
          </p:nvSpPr>
          <p:spPr>
            <a:xfrm>
              <a:off x="5641560" y="2724480"/>
              <a:ext cx="856440" cy="12960"/>
            </a:xfrm>
            <a:custGeom>
              <a:avLst/>
              <a:gdLst>
                <a:gd name="textAreaLeft" fmla="*/ 0 w 856440"/>
                <a:gd name="textAreaRight" fmla="*/ 856800 w 856440"/>
                <a:gd name="textAreaTop" fmla="*/ 0 h 12960"/>
                <a:gd name="textAreaBottom" fmla="*/ 13320 h 12960"/>
              </a:gdLst>
              <a:ahLst/>
              <a:rect l="textAreaLeft" t="textAreaTop" r="textAreaRight" b="textAreaBottom"/>
              <a:pathLst>
                <a:path w="722154" h="11279">
                  <a:moveTo>
                    <a:pt x="0" y="0"/>
                  </a:moveTo>
                  <a:lnTo>
                    <a:pt x="722154" y="0"/>
                  </a:lnTo>
                  <a:lnTo>
                    <a:pt x="722154" y="11279"/>
                  </a:lnTo>
                  <a:lnTo>
                    <a:pt x="0" y="11279"/>
                  </a:lnTo>
                  <a:close/>
                </a:path>
              </a:pathLst>
            </a:custGeom>
            <a:solidFill>
              <a:srgbClr val="434f63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1680" bIns="-3168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</p:grpSp>
      <p:cxnSp>
        <p:nvCxnSpPr>
          <p:cNvPr id="375" name="Straight Connector 137"/>
          <p:cNvCxnSpPr/>
          <p:nvPr/>
        </p:nvCxnSpPr>
        <p:spPr>
          <a:xfrm>
            <a:off x="5757840" y="3376440"/>
            <a:ext cx="625680" cy="360"/>
          </a:xfrm>
          <a:prstGeom prst="straightConnector1">
            <a:avLst/>
          </a:prstGeom>
          <a:ln w="28575">
            <a:solidFill>
              <a:srgbClr val="404e65"/>
            </a:solidFill>
            <a:round/>
          </a:ln>
        </p:spPr>
      </p:cxnSp>
      <p:sp>
        <p:nvSpPr>
          <p:cNvPr id="376" name="Content Placeholder 9"/>
          <p:cNvSpPr/>
          <p:nvPr/>
        </p:nvSpPr>
        <p:spPr>
          <a:xfrm>
            <a:off x="4976640" y="3606840"/>
            <a:ext cx="2187360" cy="12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404e65"/>
                </a:solidFill>
                <a:latin typeface="Calibri"/>
                <a:ea typeface="MS PGothic"/>
              </a:rPr>
              <a:t>Put a nice image with a clear background if you want to use this space for text/info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/>
          </p:nvPr>
        </p:nvSpPr>
        <p:spPr>
          <a:xfrm>
            <a:off x="1092240" y="2911320"/>
            <a:ext cx="9824760" cy="60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0555"/>
          </a:bodyPr>
          <a:p>
            <a:pPr indent="0" algn="ctr">
              <a:lnSpc>
                <a:spcPct val="100000"/>
              </a:lnSpc>
              <a:spcBef>
                <a:spcPts val="720"/>
              </a:spcBef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Calibri Light"/>
                <a:ea typeface="MS PGothic"/>
              </a:rPr>
              <a:t>DESIGN ASSETS TO EMBELLISH YOUR SLIDES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TextBox 12"/>
          <p:cNvSpPr/>
          <p:nvPr/>
        </p:nvSpPr>
        <p:spPr>
          <a:xfrm>
            <a:off x="581040" y="444600"/>
            <a:ext cx="3903480" cy="4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3200"/>
              </a:lnSpc>
            </a:pPr>
            <a:r>
              <a:rPr b="0" lang="en-US" sz="2800" spc="-1" strike="noStrike">
                <a:solidFill>
                  <a:srgbClr val="712c3d"/>
                </a:solidFill>
                <a:latin typeface="Calibri"/>
                <a:ea typeface="MS PGothic"/>
              </a:rPr>
              <a:t>DESIGN ELEMENTS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Box 13"/>
          <p:cNvSpPr/>
          <p:nvPr/>
        </p:nvSpPr>
        <p:spPr>
          <a:xfrm>
            <a:off x="581040" y="865080"/>
            <a:ext cx="4265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712c3d"/>
                </a:solidFill>
                <a:latin typeface="Calibri"/>
                <a:ea typeface="MS PGothic"/>
              </a:rPr>
              <a:t>Copy and paste, resize depending on your needs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0" name="Picture 2" descr="A picture containing icon&#10;&#10;Description automatically generated"/>
          <p:cNvPicPr/>
          <p:nvPr/>
        </p:nvPicPr>
        <p:blipFill>
          <a:blip r:embed="rId1"/>
          <a:stretch/>
        </p:blipFill>
        <p:spPr>
          <a:xfrm>
            <a:off x="5299200" y="1490760"/>
            <a:ext cx="2330280" cy="4899600"/>
          </a:xfrm>
          <a:prstGeom prst="rect">
            <a:avLst/>
          </a:prstGeom>
          <a:ln w="0">
            <a:noFill/>
          </a:ln>
        </p:spPr>
      </p:pic>
      <p:pic>
        <p:nvPicPr>
          <p:cNvPr id="381" name="Picture 4" descr="A picture containing text&#10;&#10;Description automatically generated"/>
          <p:cNvPicPr/>
          <p:nvPr/>
        </p:nvPicPr>
        <p:blipFill>
          <a:blip r:embed="rId2"/>
          <a:stretch/>
        </p:blipFill>
        <p:spPr>
          <a:xfrm>
            <a:off x="9863280" y="1421280"/>
            <a:ext cx="2330280" cy="4899600"/>
          </a:xfrm>
          <a:prstGeom prst="rect">
            <a:avLst/>
          </a:prstGeom>
          <a:ln w="0">
            <a:noFill/>
          </a:ln>
        </p:spPr>
      </p:pic>
      <p:pic>
        <p:nvPicPr>
          <p:cNvPr id="382" name="Picture 6" descr="A picture containing text&#10;&#10;Description automatically generated"/>
          <p:cNvPicPr/>
          <p:nvPr/>
        </p:nvPicPr>
        <p:blipFill>
          <a:blip r:embed="rId3"/>
          <a:stretch/>
        </p:blipFill>
        <p:spPr>
          <a:xfrm>
            <a:off x="7523280" y="1421280"/>
            <a:ext cx="2330280" cy="4899600"/>
          </a:xfrm>
          <a:prstGeom prst="rect">
            <a:avLst/>
          </a:prstGeom>
          <a:ln w="0">
            <a:noFill/>
          </a:ln>
        </p:spPr>
      </p:pic>
      <p:pic>
        <p:nvPicPr>
          <p:cNvPr id="383" name="Picture 8" descr="A poster on a wall&#10;&#10;Description automatically generated with low confidence"/>
          <p:cNvPicPr/>
          <p:nvPr/>
        </p:nvPicPr>
        <p:blipFill>
          <a:blip r:embed="rId4"/>
          <a:stretch/>
        </p:blipFill>
        <p:spPr>
          <a:xfrm>
            <a:off x="3065760" y="1593720"/>
            <a:ext cx="2330280" cy="4899600"/>
          </a:xfrm>
          <a:prstGeom prst="rect">
            <a:avLst/>
          </a:prstGeom>
          <a:ln w="0">
            <a:noFill/>
          </a:ln>
        </p:spPr>
      </p:pic>
      <p:pic>
        <p:nvPicPr>
          <p:cNvPr id="384" name="Picture 10" descr="Diagram&#10;&#10;Description automatically generated with low confidence"/>
          <p:cNvPicPr/>
          <p:nvPr/>
        </p:nvPicPr>
        <p:blipFill>
          <a:blip r:embed="rId5"/>
          <a:stretch/>
        </p:blipFill>
        <p:spPr>
          <a:xfrm>
            <a:off x="581040" y="1593720"/>
            <a:ext cx="2330280" cy="4899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600120" y="426960"/>
            <a:ext cx="10972440" cy="678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KE" sz="3600" spc="-1" strike="noStrike">
                <a:solidFill>
                  <a:srgbClr val="682622"/>
                </a:solidFill>
                <a:latin typeface="Calibri"/>
                <a:ea typeface="MS PGothic"/>
              </a:rPr>
              <a:t>Brushtroke lines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386" name="Picture 3" descr=""/>
          <p:cNvPicPr/>
          <p:nvPr/>
        </p:nvPicPr>
        <p:blipFill>
          <a:blip r:embed="rId1"/>
          <a:stretch/>
        </p:blipFill>
        <p:spPr>
          <a:xfrm flipH="1" rot="10800000">
            <a:off x="1627200" y="2941920"/>
            <a:ext cx="10113480" cy="70920"/>
          </a:xfrm>
          <a:prstGeom prst="rect">
            <a:avLst/>
          </a:prstGeom>
          <a:ln w="0">
            <a:noFill/>
          </a:ln>
        </p:spPr>
      </p:pic>
      <p:pic>
        <p:nvPicPr>
          <p:cNvPr id="387" name="Picture 4" descr=""/>
          <p:cNvPicPr/>
          <p:nvPr/>
        </p:nvPicPr>
        <p:blipFill>
          <a:blip r:embed="rId2"/>
          <a:stretch/>
        </p:blipFill>
        <p:spPr>
          <a:xfrm rot="5400000">
            <a:off x="-1021680" y="4400280"/>
            <a:ext cx="4319280" cy="45720"/>
          </a:xfrm>
          <a:prstGeom prst="rect">
            <a:avLst/>
          </a:prstGeom>
          <a:ln w="0">
            <a:noFill/>
          </a:ln>
        </p:spPr>
      </p:pic>
      <p:sp>
        <p:nvSpPr>
          <p:cNvPr id="388" name="TextBox 5"/>
          <p:cNvSpPr/>
          <p:nvPr/>
        </p:nvSpPr>
        <p:spPr>
          <a:xfrm>
            <a:off x="600120" y="1247760"/>
            <a:ext cx="4265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712c3d"/>
                </a:solidFill>
                <a:latin typeface="Calibri"/>
                <a:ea typeface="MS PGothic"/>
              </a:rPr>
              <a:t>Different style lines that can be used with affect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712c3d"/>
                </a:solidFill>
                <a:latin typeface="Calibri"/>
                <a:ea typeface="MS PGothic"/>
              </a:rPr>
              <a:t>Copy and paste, resize depending on your needs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9" name="Picture 6" descr=""/>
          <p:cNvPicPr/>
          <p:nvPr/>
        </p:nvPicPr>
        <p:blipFill>
          <a:blip r:embed="rId3"/>
          <a:stretch/>
        </p:blipFill>
        <p:spPr>
          <a:xfrm>
            <a:off x="1627200" y="2333520"/>
            <a:ext cx="1460160" cy="45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Box 12"/>
          <p:cNvSpPr/>
          <p:nvPr/>
        </p:nvSpPr>
        <p:spPr>
          <a:xfrm>
            <a:off x="581040" y="444600"/>
            <a:ext cx="3903480" cy="4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3200"/>
              </a:lnSpc>
            </a:pPr>
            <a:r>
              <a:rPr b="0" lang="en-US" sz="2800" spc="-1" strike="noStrike">
                <a:solidFill>
                  <a:srgbClr val="712c3d"/>
                </a:solidFill>
                <a:latin typeface="Calibri"/>
                <a:ea typeface="MS PGothic"/>
              </a:rPr>
              <a:t>Animal icons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Box 13"/>
          <p:cNvSpPr/>
          <p:nvPr/>
        </p:nvSpPr>
        <p:spPr>
          <a:xfrm>
            <a:off x="581040" y="865080"/>
            <a:ext cx="4265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712c3d"/>
                </a:solidFill>
                <a:latin typeface="Calibri"/>
                <a:ea typeface="MS PGothic"/>
              </a:rPr>
              <a:t>Copy and paste, resize depending on your needs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712c3d"/>
                </a:solidFill>
                <a:latin typeface="Calibri"/>
                <a:ea typeface="MS PGothic"/>
              </a:rPr>
              <a:t>Use this in the title page or in content pages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2" name="Picture 12" descr="A picture containing text, silhouette&#10;&#10;Description automatically generated"/>
          <p:cNvPicPr/>
          <p:nvPr/>
        </p:nvPicPr>
        <p:blipFill>
          <a:blip r:embed="rId1"/>
          <a:stretch/>
        </p:blipFill>
        <p:spPr>
          <a:xfrm>
            <a:off x="7120440" y="3429000"/>
            <a:ext cx="2159280" cy="2159280"/>
          </a:xfrm>
          <a:prstGeom prst="rect">
            <a:avLst/>
          </a:prstGeom>
          <a:ln w="0">
            <a:noFill/>
          </a:ln>
        </p:spPr>
      </p:pic>
      <p:pic>
        <p:nvPicPr>
          <p:cNvPr id="393" name="Picture 14" descr=""/>
          <p:cNvPicPr/>
          <p:nvPr/>
        </p:nvPicPr>
        <p:blipFill>
          <a:blip r:embed="rId2"/>
          <a:stretch/>
        </p:blipFill>
        <p:spPr>
          <a:xfrm>
            <a:off x="2236680" y="3429000"/>
            <a:ext cx="2650320" cy="2650320"/>
          </a:xfrm>
          <a:prstGeom prst="rect">
            <a:avLst/>
          </a:prstGeom>
          <a:ln w="0">
            <a:noFill/>
          </a:ln>
        </p:spPr>
      </p:pic>
      <p:pic>
        <p:nvPicPr>
          <p:cNvPr id="394" name="Picture 16" descr="A picture containing text, plant, vector graphics&#10;&#10;Description automatically generated"/>
          <p:cNvPicPr/>
          <p:nvPr/>
        </p:nvPicPr>
        <p:blipFill>
          <a:blip r:embed="rId3"/>
          <a:stretch/>
        </p:blipFill>
        <p:spPr>
          <a:xfrm>
            <a:off x="8398440" y="1624320"/>
            <a:ext cx="2159280" cy="2159280"/>
          </a:xfrm>
          <a:prstGeom prst="rect">
            <a:avLst/>
          </a:prstGeom>
          <a:ln w="0">
            <a:noFill/>
          </a:ln>
        </p:spPr>
      </p:pic>
      <p:pic>
        <p:nvPicPr>
          <p:cNvPr id="395" name="Picture 18" descr="A picture containing text&#10;&#10;Description automatically generated"/>
          <p:cNvPicPr/>
          <p:nvPr/>
        </p:nvPicPr>
        <p:blipFill>
          <a:blip r:embed="rId4"/>
          <a:stretch/>
        </p:blipFill>
        <p:spPr>
          <a:xfrm>
            <a:off x="5168520" y="1691280"/>
            <a:ext cx="2159280" cy="2159280"/>
          </a:xfrm>
          <a:prstGeom prst="rect">
            <a:avLst/>
          </a:prstGeom>
          <a:ln w="0">
            <a:noFill/>
          </a:ln>
        </p:spPr>
      </p:pic>
      <p:pic>
        <p:nvPicPr>
          <p:cNvPr id="396" name="Picture 20" descr=""/>
          <p:cNvPicPr/>
          <p:nvPr/>
        </p:nvPicPr>
        <p:blipFill>
          <a:blip r:embed="rId5"/>
          <a:stretch/>
        </p:blipFill>
        <p:spPr>
          <a:xfrm>
            <a:off x="1634040" y="1624320"/>
            <a:ext cx="2159280" cy="215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Picture 198" descr="A close up of a sign&#10;&#10;Description automatically generated"/>
          <p:cNvPicPr/>
          <p:nvPr/>
        </p:nvPicPr>
        <p:blipFill>
          <a:blip r:embed="rId1"/>
          <a:stretch/>
        </p:blipFill>
        <p:spPr>
          <a:xfrm>
            <a:off x="727200" y="1074600"/>
            <a:ext cx="1039320" cy="1037880"/>
          </a:xfrm>
          <a:prstGeom prst="rect">
            <a:avLst/>
          </a:prstGeom>
          <a:ln w="0">
            <a:noFill/>
          </a:ln>
        </p:spPr>
      </p:pic>
      <p:pic>
        <p:nvPicPr>
          <p:cNvPr id="398" name="Picture 199" descr="A picture containing graphics, drawing&#10;&#10;Description automatically generated"/>
          <p:cNvPicPr/>
          <p:nvPr/>
        </p:nvPicPr>
        <p:blipFill>
          <a:blip r:embed="rId2"/>
          <a:stretch/>
        </p:blipFill>
        <p:spPr>
          <a:xfrm>
            <a:off x="1930320" y="1074600"/>
            <a:ext cx="1037880" cy="1037880"/>
          </a:xfrm>
          <a:prstGeom prst="rect">
            <a:avLst/>
          </a:prstGeom>
          <a:ln w="0">
            <a:noFill/>
          </a:ln>
        </p:spPr>
      </p:pic>
      <p:pic>
        <p:nvPicPr>
          <p:cNvPr id="399" name="Picture 200" descr="A close up of a sign&#10;&#10;Description automatically generated"/>
          <p:cNvPicPr/>
          <p:nvPr/>
        </p:nvPicPr>
        <p:blipFill>
          <a:blip r:embed="rId3"/>
          <a:stretch/>
        </p:blipFill>
        <p:spPr>
          <a:xfrm>
            <a:off x="3133800" y="1074600"/>
            <a:ext cx="1037880" cy="1037880"/>
          </a:xfrm>
          <a:prstGeom prst="rect">
            <a:avLst/>
          </a:prstGeom>
          <a:ln w="0">
            <a:noFill/>
          </a:ln>
        </p:spPr>
      </p:pic>
      <p:pic>
        <p:nvPicPr>
          <p:cNvPr id="400" name="Picture 201" descr="A drawing of a person&#10;&#10;Description automatically generated"/>
          <p:cNvPicPr/>
          <p:nvPr/>
        </p:nvPicPr>
        <p:blipFill>
          <a:blip r:embed="rId4"/>
          <a:stretch/>
        </p:blipFill>
        <p:spPr>
          <a:xfrm>
            <a:off x="4335480" y="1074600"/>
            <a:ext cx="1039320" cy="1037880"/>
          </a:xfrm>
          <a:prstGeom prst="rect">
            <a:avLst/>
          </a:prstGeom>
          <a:ln w="0">
            <a:noFill/>
          </a:ln>
        </p:spPr>
      </p:pic>
      <p:pic>
        <p:nvPicPr>
          <p:cNvPr id="401" name="Picture 202" descr="A close up of a sign&#10;&#10;Description automatically generated"/>
          <p:cNvPicPr/>
          <p:nvPr/>
        </p:nvPicPr>
        <p:blipFill>
          <a:blip r:embed="rId5"/>
          <a:stretch/>
        </p:blipFill>
        <p:spPr>
          <a:xfrm>
            <a:off x="5538960" y="1074600"/>
            <a:ext cx="1039320" cy="1037880"/>
          </a:xfrm>
          <a:prstGeom prst="rect">
            <a:avLst/>
          </a:prstGeom>
          <a:ln w="0">
            <a:noFill/>
          </a:ln>
        </p:spPr>
      </p:pic>
      <p:pic>
        <p:nvPicPr>
          <p:cNvPr id="402" name="Picture 203" descr="A close up of a sign&#10;&#10;Description automatically generated"/>
          <p:cNvPicPr/>
          <p:nvPr/>
        </p:nvPicPr>
        <p:blipFill>
          <a:blip r:embed="rId6"/>
          <a:stretch/>
        </p:blipFill>
        <p:spPr>
          <a:xfrm>
            <a:off x="6742080" y="1074600"/>
            <a:ext cx="1039320" cy="1037880"/>
          </a:xfrm>
          <a:prstGeom prst="rect">
            <a:avLst/>
          </a:prstGeom>
          <a:ln w="0">
            <a:noFill/>
          </a:ln>
        </p:spPr>
      </p:pic>
      <p:pic>
        <p:nvPicPr>
          <p:cNvPr id="403" name="Picture 204" descr="A close up of a sign&#10;&#10;Description automatically generated"/>
          <p:cNvPicPr/>
          <p:nvPr/>
        </p:nvPicPr>
        <p:blipFill>
          <a:blip r:embed="rId7"/>
          <a:stretch/>
        </p:blipFill>
        <p:spPr>
          <a:xfrm>
            <a:off x="7945560" y="1074600"/>
            <a:ext cx="1037880" cy="1037880"/>
          </a:xfrm>
          <a:prstGeom prst="rect">
            <a:avLst/>
          </a:prstGeom>
          <a:ln w="0">
            <a:noFill/>
          </a:ln>
        </p:spPr>
      </p:pic>
      <p:pic>
        <p:nvPicPr>
          <p:cNvPr id="404" name="Picture 205" descr="A close up of a sign&#10;&#10;Description automatically generated"/>
          <p:cNvPicPr/>
          <p:nvPr/>
        </p:nvPicPr>
        <p:blipFill>
          <a:blip r:embed="rId8"/>
          <a:stretch/>
        </p:blipFill>
        <p:spPr>
          <a:xfrm>
            <a:off x="9148680" y="1074600"/>
            <a:ext cx="1037880" cy="1037880"/>
          </a:xfrm>
          <a:prstGeom prst="rect">
            <a:avLst/>
          </a:prstGeom>
          <a:ln w="0">
            <a:noFill/>
          </a:ln>
        </p:spPr>
      </p:pic>
      <p:pic>
        <p:nvPicPr>
          <p:cNvPr id="405" name="Picture 206" descr="A picture containing drawing&#10;&#10;Description automatically generated"/>
          <p:cNvPicPr/>
          <p:nvPr/>
        </p:nvPicPr>
        <p:blipFill>
          <a:blip r:embed="rId9"/>
          <a:stretch/>
        </p:blipFill>
        <p:spPr>
          <a:xfrm>
            <a:off x="10350360" y="1074600"/>
            <a:ext cx="1039320" cy="1037880"/>
          </a:xfrm>
          <a:prstGeom prst="rect">
            <a:avLst/>
          </a:prstGeom>
          <a:ln w="0">
            <a:noFill/>
          </a:ln>
        </p:spPr>
      </p:pic>
      <p:pic>
        <p:nvPicPr>
          <p:cNvPr id="406" name="Picture 207" descr="A close up of a sign&#10;&#10;Description automatically generated"/>
          <p:cNvPicPr/>
          <p:nvPr/>
        </p:nvPicPr>
        <p:blipFill>
          <a:blip r:embed="rId10"/>
          <a:stretch/>
        </p:blipFill>
        <p:spPr>
          <a:xfrm>
            <a:off x="727200" y="2305080"/>
            <a:ext cx="1039320" cy="1039320"/>
          </a:xfrm>
          <a:prstGeom prst="rect">
            <a:avLst/>
          </a:prstGeom>
          <a:ln w="0">
            <a:noFill/>
          </a:ln>
        </p:spPr>
      </p:pic>
      <p:pic>
        <p:nvPicPr>
          <p:cNvPr id="407" name="Picture 208" descr="A picture containing drawing&#10;&#10;Description automatically generated"/>
          <p:cNvPicPr/>
          <p:nvPr/>
        </p:nvPicPr>
        <p:blipFill>
          <a:blip r:embed="rId11"/>
          <a:stretch/>
        </p:blipFill>
        <p:spPr>
          <a:xfrm>
            <a:off x="1927080" y="2305080"/>
            <a:ext cx="1039320" cy="1039320"/>
          </a:xfrm>
          <a:prstGeom prst="rect">
            <a:avLst/>
          </a:prstGeom>
          <a:ln w="0">
            <a:noFill/>
          </a:ln>
        </p:spPr>
      </p:pic>
      <p:pic>
        <p:nvPicPr>
          <p:cNvPr id="408" name="Picture 209" descr="A close up of a sign&#10;&#10;Description automatically generated"/>
          <p:cNvPicPr/>
          <p:nvPr/>
        </p:nvPicPr>
        <p:blipFill>
          <a:blip r:embed="rId12"/>
          <a:stretch/>
        </p:blipFill>
        <p:spPr>
          <a:xfrm>
            <a:off x="3127320" y="2305080"/>
            <a:ext cx="1039320" cy="1039320"/>
          </a:xfrm>
          <a:prstGeom prst="rect">
            <a:avLst/>
          </a:prstGeom>
          <a:ln w="0">
            <a:noFill/>
          </a:ln>
        </p:spPr>
      </p:pic>
      <p:pic>
        <p:nvPicPr>
          <p:cNvPr id="409" name="Picture 210" descr="A picture containing flower&#10;&#10;Description automatically generated"/>
          <p:cNvPicPr/>
          <p:nvPr/>
        </p:nvPicPr>
        <p:blipFill>
          <a:blip r:embed="rId13"/>
          <a:stretch/>
        </p:blipFill>
        <p:spPr>
          <a:xfrm>
            <a:off x="4327560" y="2305080"/>
            <a:ext cx="1037880" cy="1039320"/>
          </a:xfrm>
          <a:prstGeom prst="rect">
            <a:avLst/>
          </a:prstGeom>
          <a:ln w="0">
            <a:noFill/>
          </a:ln>
        </p:spPr>
      </p:pic>
      <p:pic>
        <p:nvPicPr>
          <p:cNvPr id="410" name="Picture 211" descr="A close up of a logo&#10;&#10;Description automatically generated"/>
          <p:cNvPicPr/>
          <p:nvPr/>
        </p:nvPicPr>
        <p:blipFill>
          <a:blip r:embed="rId14"/>
          <a:stretch/>
        </p:blipFill>
        <p:spPr>
          <a:xfrm>
            <a:off x="5538960" y="2305080"/>
            <a:ext cx="1039320" cy="1039320"/>
          </a:xfrm>
          <a:prstGeom prst="rect">
            <a:avLst/>
          </a:prstGeom>
          <a:ln w="0">
            <a:noFill/>
          </a:ln>
        </p:spPr>
      </p:pic>
      <p:pic>
        <p:nvPicPr>
          <p:cNvPr id="411" name="Picture 212" descr="A picture containing drawing&#10;&#10;Description automatically generated"/>
          <p:cNvPicPr/>
          <p:nvPr/>
        </p:nvPicPr>
        <p:blipFill>
          <a:blip r:embed="rId15"/>
          <a:stretch/>
        </p:blipFill>
        <p:spPr>
          <a:xfrm>
            <a:off x="6742080" y="2305080"/>
            <a:ext cx="1039320" cy="1039320"/>
          </a:xfrm>
          <a:prstGeom prst="rect">
            <a:avLst/>
          </a:prstGeom>
          <a:ln w="0">
            <a:noFill/>
          </a:ln>
        </p:spPr>
      </p:pic>
      <p:pic>
        <p:nvPicPr>
          <p:cNvPr id="412" name="Picture 213" descr="A close up of a sign&#10;&#10;Description automatically generated"/>
          <p:cNvPicPr/>
          <p:nvPr/>
        </p:nvPicPr>
        <p:blipFill>
          <a:blip r:embed="rId16"/>
          <a:stretch/>
        </p:blipFill>
        <p:spPr>
          <a:xfrm>
            <a:off x="7945560" y="2305080"/>
            <a:ext cx="1037880" cy="1039320"/>
          </a:xfrm>
          <a:prstGeom prst="rect">
            <a:avLst/>
          </a:prstGeom>
          <a:ln w="0">
            <a:noFill/>
          </a:ln>
        </p:spPr>
      </p:pic>
      <p:pic>
        <p:nvPicPr>
          <p:cNvPr id="413" name="Picture 214" descr="A picture containing drawing&#10;&#10;Description automatically generated"/>
          <p:cNvPicPr/>
          <p:nvPr/>
        </p:nvPicPr>
        <p:blipFill>
          <a:blip r:embed="rId17"/>
          <a:stretch/>
        </p:blipFill>
        <p:spPr>
          <a:xfrm>
            <a:off x="9148680" y="2305080"/>
            <a:ext cx="1037880" cy="1039320"/>
          </a:xfrm>
          <a:prstGeom prst="rect">
            <a:avLst/>
          </a:prstGeom>
          <a:ln w="0">
            <a:noFill/>
          </a:ln>
        </p:spPr>
      </p:pic>
      <p:grpSp>
        <p:nvGrpSpPr>
          <p:cNvPr id="414" name="Graphic 228"/>
          <p:cNvGrpSpPr/>
          <p:nvPr/>
        </p:nvGrpSpPr>
        <p:grpSpPr>
          <a:xfrm>
            <a:off x="6813000" y="4102920"/>
            <a:ext cx="1191240" cy="810720"/>
            <a:chOff x="6813000" y="4102920"/>
            <a:chExt cx="1191240" cy="810720"/>
          </a:xfrm>
        </p:grpSpPr>
        <p:grpSp>
          <p:nvGrpSpPr>
            <p:cNvPr id="415" name="Graphic 228"/>
            <p:cNvGrpSpPr/>
            <p:nvPr/>
          </p:nvGrpSpPr>
          <p:grpSpPr>
            <a:xfrm>
              <a:off x="7130880" y="4820400"/>
              <a:ext cx="554400" cy="93240"/>
              <a:chOff x="7130880" y="4820400"/>
              <a:chExt cx="554400" cy="93240"/>
            </a:xfrm>
          </p:grpSpPr>
          <p:sp>
            <p:nvSpPr>
              <p:cNvPr id="416" name="Freeform: Shape 232"/>
              <p:cNvSpPr/>
              <p:nvPr/>
            </p:nvSpPr>
            <p:spPr>
              <a:xfrm>
                <a:off x="7130880" y="4820760"/>
                <a:ext cx="93240" cy="92880"/>
              </a:xfrm>
              <a:custGeom>
                <a:avLst/>
                <a:gdLst>
                  <a:gd name="textAreaLeft" fmla="*/ 0 w 93240"/>
                  <a:gd name="textAreaRight" fmla="*/ 93600 w 9324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19159" h="118479">
                    <a:moveTo>
                      <a:pt x="104605" y="11169"/>
                    </a:moveTo>
                    <a:lnTo>
                      <a:pt x="104605" y="107310"/>
                    </a:lnTo>
                    <a:lnTo>
                      <a:pt x="119160" y="107310"/>
                    </a:lnTo>
                    <a:lnTo>
                      <a:pt x="119160" y="118479"/>
                    </a:lnTo>
                    <a:lnTo>
                      <a:pt x="75827" y="118479"/>
                    </a:lnTo>
                    <a:lnTo>
                      <a:pt x="75827" y="107310"/>
                    </a:lnTo>
                    <a:lnTo>
                      <a:pt x="90382" y="107310"/>
                    </a:lnTo>
                    <a:lnTo>
                      <a:pt x="90382" y="63978"/>
                    </a:lnTo>
                    <a:lnTo>
                      <a:pt x="28778" y="63978"/>
                    </a:lnTo>
                    <a:lnTo>
                      <a:pt x="28778" y="107310"/>
                    </a:lnTo>
                    <a:lnTo>
                      <a:pt x="43332" y="107310"/>
                    </a:lnTo>
                    <a:lnTo>
                      <a:pt x="43332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4" y="107310"/>
                    </a:lnTo>
                    <a:lnTo>
                      <a:pt x="14554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3332" y="0"/>
                    </a:lnTo>
                    <a:lnTo>
                      <a:pt x="43332" y="11169"/>
                    </a:lnTo>
                    <a:lnTo>
                      <a:pt x="28778" y="11169"/>
                    </a:lnTo>
                    <a:lnTo>
                      <a:pt x="28778" y="52128"/>
                    </a:lnTo>
                    <a:lnTo>
                      <a:pt x="90382" y="52128"/>
                    </a:lnTo>
                    <a:lnTo>
                      <a:pt x="90382" y="11169"/>
                    </a:lnTo>
                    <a:lnTo>
                      <a:pt x="75827" y="11169"/>
                    </a:lnTo>
                    <a:lnTo>
                      <a:pt x="75827" y="0"/>
                    </a:lnTo>
                    <a:lnTo>
                      <a:pt x="119160" y="0"/>
                    </a:lnTo>
                    <a:lnTo>
                      <a:pt x="119160" y="11169"/>
                    </a:lnTo>
                    <a:lnTo>
                      <a:pt x="104605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17" name="Freeform: Shape 233"/>
              <p:cNvSpPr/>
              <p:nvPr/>
            </p:nvSpPr>
            <p:spPr>
              <a:xfrm>
                <a:off x="7244640" y="4820760"/>
                <a:ext cx="61200" cy="9288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78182" h="118479">
                    <a:moveTo>
                      <a:pt x="78183" y="87843"/>
                    </a:moveTo>
                    <a:lnTo>
                      <a:pt x="7818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77851" y="0"/>
                    </a:lnTo>
                    <a:lnTo>
                      <a:pt x="77851" y="28263"/>
                    </a:lnTo>
                    <a:lnTo>
                      <a:pt x="64990" y="28263"/>
                    </a:lnTo>
                    <a:lnTo>
                      <a:pt x="64990" y="11169"/>
                    </a:lnTo>
                    <a:lnTo>
                      <a:pt x="28778" y="11169"/>
                    </a:lnTo>
                    <a:lnTo>
                      <a:pt x="28778" y="50766"/>
                    </a:lnTo>
                    <a:lnTo>
                      <a:pt x="64824" y="50766"/>
                    </a:lnTo>
                    <a:lnTo>
                      <a:pt x="64824" y="62616"/>
                    </a:lnTo>
                    <a:lnTo>
                      <a:pt x="28778" y="62616"/>
                    </a:lnTo>
                    <a:lnTo>
                      <a:pt x="28778" y="107292"/>
                    </a:lnTo>
                    <a:lnTo>
                      <a:pt x="65339" y="107292"/>
                    </a:lnTo>
                    <a:lnTo>
                      <a:pt x="65339" y="87824"/>
                    </a:lnTo>
                    <a:lnTo>
                      <a:pt x="78183" y="87824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18" name="Freeform: Shape 234"/>
              <p:cNvSpPr/>
              <p:nvPr/>
            </p:nvSpPr>
            <p:spPr>
              <a:xfrm>
                <a:off x="7322400" y="48204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17448" h="118810">
                    <a:moveTo>
                      <a:pt x="117449" y="107641"/>
                    </a:moveTo>
                    <a:lnTo>
                      <a:pt x="117449" y="118810"/>
                    </a:lnTo>
                    <a:lnTo>
                      <a:pt x="75809" y="118810"/>
                    </a:lnTo>
                    <a:lnTo>
                      <a:pt x="75809" y="107641"/>
                    </a:lnTo>
                    <a:lnTo>
                      <a:pt x="90879" y="107641"/>
                    </a:lnTo>
                    <a:lnTo>
                      <a:pt x="80556" y="78698"/>
                    </a:lnTo>
                    <a:lnTo>
                      <a:pt x="35880" y="78698"/>
                    </a:lnTo>
                    <a:lnTo>
                      <a:pt x="25558" y="107641"/>
                    </a:lnTo>
                    <a:lnTo>
                      <a:pt x="40627" y="107641"/>
                    </a:lnTo>
                    <a:lnTo>
                      <a:pt x="40627" y="118810"/>
                    </a:lnTo>
                    <a:lnTo>
                      <a:pt x="0" y="118810"/>
                    </a:lnTo>
                    <a:lnTo>
                      <a:pt x="0" y="107641"/>
                    </a:lnTo>
                    <a:lnTo>
                      <a:pt x="11335" y="107641"/>
                    </a:lnTo>
                    <a:lnTo>
                      <a:pt x="51116" y="0"/>
                    </a:lnTo>
                    <a:lnTo>
                      <a:pt x="66682" y="0"/>
                    </a:lnTo>
                    <a:lnTo>
                      <a:pt x="105949" y="107641"/>
                    </a:lnTo>
                    <a:lnTo>
                      <a:pt x="117449" y="107641"/>
                    </a:lnTo>
                    <a:close/>
                    <a:moveTo>
                      <a:pt x="76489" y="67878"/>
                    </a:moveTo>
                    <a:lnTo>
                      <a:pt x="58218" y="14739"/>
                    </a:lnTo>
                    <a:lnTo>
                      <a:pt x="39947" y="67878"/>
                    </a:lnTo>
                    <a:lnTo>
                      <a:pt x="76489" y="67878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19" name="Freeform: Shape 235"/>
              <p:cNvSpPr/>
              <p:nvPr/>
            </p:nvSpPr>
            <p:spPr>
              <a:xfrm>
                <a:off x="7429320" y="4820760"/>
                <a:ext cx="61200" cy="9288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78366" h="118479">
                    <a:moveTo>
                      <a:pt x="78367" y="85303"/>
                    </a:moveTo>
                    <a:lnTo>
                      <a:pt x="78367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4" y="107310"/>
                    </a:lnTo>
                    <a:lnTo>
                      <a:pt x="14554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4013" y="0"/>
                    </a:lnTo>
                    <a:lnTo>
                      <a:pt x="44013" y="11169"/>
                    </a:lnTo>
                    <a:lnTo>
                      <a:pt x="28778" y="11169"/>
                    </a:lnTo>
                    <a:lnTo>
                      <a:pt x="28778" y="107310"/>
                    </a:lnTo>
                    <a:lnTo>
                      <a:pt x="65505" y="107310"/>
                    </a:lnTo>
                    <a:lnTo>
                      <a:pt x="65505" y="85303"/>
                    </a:lnTo>
                    <a:lnTo>
                      <a:pt x="78367" y="85303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20" name="Freeform: Shape 236"/>
              <p:cNvSpPr/>
              <p:nvPr/>
            </p:nvSpPr>
            <p:spPr>
              <a:xfrm>
                <a:off x="7501680" y="4820760"/>
                <a:ext cx="72360" cy="92880"/>
              </a:xfrm>
              <a:custGeom>
                <a:avLst/>
                <a:gdLst>
                  <a:gd name="textAreaLeft" fmla="*/ 0 w 72360"/>
                  <a:gd name="textAreaRight" fmla="*/ 72720 w 723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92424" h="118479">
                    <a:moveTo>
                      <a:pt x="92425" y="33176"/>
                    </a:moveTo>
                    <a:lnTo>
                      <a:pt x="79563" y="33176"/>
                    </a:lnTo>
                    <a:lnTo>
                      <a:pt x="79563" y="11169"/>
                    </a:lnTo>
                    <a:lnTo>
                      <a:pt x="53324" y="11169"/>
                    </a:lnTo>
                    <a:lnTo>
                      <a:pt x="53324" y="107310"/>
                    </a:lnTo>
                    <a:lnTo>
                      <a:pt x="68891" y="107310"/>
                    </a:lnTo>
                    <a:lnTo>
                      <a:pt x="68891" y="118479"/>
                    </a:lnTo>
                    <a:lnTo>
                      <a:pt x="23534" y="118479"/>
                    </a:lnTo>
                    <a:lnTo>
                      <a:pt x="23534" y="107310"/>
                    </a:lnTo>
                    <a:lnTo>
                      <a:pt x="39101" y="107310"/>
                    </a:lnTo>
                    <a:lnTo>
                      <a:pt x="39101" y="11169"/>
                    </a:lnTo>
                    <a:lnTo>
                      <a:pt x="12862" y="11169"/>
                    </a:lnTo>
                    <a:lnTo>
                      <a:pt x="12862" y="33176"/>
                    </a:lnTo>
                    <a:lnTo>
                      <a:pt x="0" y="33176"/>
                    </a:lnTo>
                    <a:lnTo>
                      <a:pt x="0" y="0"/>
                    </a:lnTo>
                    <a:lnTo>
                      <a:pt x="92406" y="0"/>
                    </a:lnTo>
                    <a:lnTo>
                      <a:pt x="92406" y="33176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21" name="Freeform: Shape 237"/>
              <p:cNvSpPr/>
              <p:nvPr/>
            </p:nvSpPr>
            <p:spPr>
              <a:xfrm>
                <a:off x="7592040" y="4820760"/>
                <a:ext cx="93240" cy="92880"/>
              </a:xfrm>
              <a:custGeom>
                <a:avLst/>
                <a:gdLst>
                  <a:gd name="textAreaLeft" fmla="*/ 0 w 93240"/>
                  <a:gd name="textAreaRight" fmla="*/ 93600 w 9324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19159" h="118479">
                    <a:moveTo>
                      <a:pt x="104605" y="11169"/>
                    </a:moveTo>
                    <a:lnTo>
                      <a:pt x="104605" y="107310"/>
                    </a:lnTo>
                    <a:lnTo>
                      <a:pt x="119160" y="107310"/>
                    </a:lnTo>
                    <a:lnTo>
                      <a:pt x="119160" y="118479"/>
                    </a:lnTo>
                    <a:lnTo>
                      <a:pt x="75827" y="118479"/>
                    </a:lnTo>
                    <a:lnTo>
                      <a:pt x="75827" y="107310"/>
                    </a:lnTo>
                    <a:lnTo>
                      <a:pt x="90382" y="107310"/>
                    </a:lnTo>
                    <a:lnTo>
                      <a:pt x="90382" y="63978"/>
                    </a:lnTo>
                    <a:lnTo>
                      <a:pt x="28778" y="63978"/>
                    </a:lnTo>
                    <a:lnTo>
                      <a:pt x="28778" y="107310"/>
                    </a:lnTo>
                    <a:lnTo>
                      <a:pt x="43332" y="107310"/>
                    </a:lnTo>
                    <a:lnTo>
                      <a:pt x="43332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4" y="107310"/>
                    </a:lnTo>
                    <a:lnTo>
                      <a:pt x="14554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3332" y="0"/>
                    </a:lnTo>
                    <a:lnTo>
                      <a:pt x="43332" y="11169"/>
                    </a:lnTo>
                    <a:lnTo>
                      <a:pt x="28778" y="11169"/>
                    </a:lnTo>
                    <a:lnTo>
                      <a:pt x="28778" y="52128"/>
                    </a:lnTo>
                    <a:lnTo>
                      <a:pt x="90382" y="52128"/>
                    </a:lnTo>
                    <a:lnTo>
                      <a:pt x="90382" y="11169"/>
                    </a:lnTo>
                    <a:lnTo>
                      <a:pt x="75827" y="11169"/>
                    </a:lnTo>
                    <a:lnTo>
                      <a:pt x="75827" y="0"/>
                    </a:lnTo>
                    <a:lnTo>
                      <a:pt x="119160" y="0"/>
                    </a:lnTo>
                    <a:lnTo>
                      <a:pt x="119160" y="11169"/>
                    </a:lnTo>
                    <a:lnTo>
                      <a:pt x="104605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  <p:sp>
          <p:nvSpPr>
            <p:cNvPr id="422" name="Freeform: Shape 238"/>
            <p:cNvSpPr/>
            <p:nvPr/>
          </p:nvSpPr>
          <p:spPr>
            <a:xfrm>
              <a:off x="6815520" y="4674960"/>
              <a:ext cx="1188720" cy="8640"/>
            </a:xfrm>
            <a:custGeom>
              <a:avLst/>
              <a:gdLst>
                <a:gd name="textAreaLeft" fmla="*/ 0 w 1188720"/>
                <a:gd name="textAreaRight" fmla="*/ 1189080 w 1188720"/>
                <a:gd name="textAreaTop" fmla="*/ 0 h 8640"/>
                <a:gd name="textAreaBottom" fmla="*/ 9000 h 8640"/>
              </a:gdLst>
              <a:ahLst/>
              <a:rect l="textAreaLeft" t="textAreaTop" r="textAreaRight" b="textAreaBottom"/>
              <a:pathLst>
                <a:path w="1512260" h="11279">
                  <a:moveTo>
                    <a:pt x="0" y="0"/>
                  </a:moveTo>
                  <a:lnTo>
                    <a:pt x="1512261" y="0"/>
                  </a:lnTo>
                  <a:lnTo>
                    <a:pt x="1512261" y="11279"/>
                  </a:lnTo>
                  <a:lnTo>
                    <a:pt x="0" y="11279"/>
                  </a:ln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0" bIns="-36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grpSp>
          <p:nvGrpSpPr>
            <p:cNvPr id="423" name="Graphic 228"/>
            <p:cNvGrpSpPr/>
            <p:nvPr/>
          </p:nvGrpSpPr>
          <p:grpSpPr>
            <a:xfrm>
              <a:off x="6813000" y="4102920"/>
              <a:ext cx="1152360" cy="580680"/>
              <a:chOff x="6813000" y="4102920"/>
              <a:chExt cx="1152360" cy="580680"/>
            </a:xfrm>
          </p:grpSpPr>
          <p:sp>
            <p:nvSpPr>
              <p:cNvPr id="424" name="Freeform: Shape 240"/>
              <p:cNvSpPr/>
              <p:nvPr/>
            </p:nvSpPr>
            <p:spPr>
              <a:xfrm>
                <a:off x="7305840" y="4102920"/>
                <a:ext cx="659520" cy="580680"/>
              </a:xfrm>
              <a:custGeom>
                <a:avLst/>
                <a:gdLst>
                  <a:gd name="textAreaLeft" fmla="*/ 0 w 659520"/>
                  <a:gd name="textAreaRight" fmla="*/ 659880 w 659520"/>
                  <a:gd name="textAreaTop" fmla="*/ 0 h 580680"/>
                  <a:gd name="textAreaBottom" fmla="*/ 581040 h 580680"/>
                </a:gdLst>
                <a:ahLst/>
                <a:rect l="textAreaLeft" t="textAreaTop" r="textAreaRight" b="textAreaBottom"/>
                <a:pathLst>
                  <a:path w="839161" h="739101">
                    <a:moveTo>
                      <a:pt x="804624" y="739101"/>
                    </a:moveTo>
                    <a:lnTo>
                      <a:pt x="727583" y="739101"/>
                    </a:lnTo>
                    <a:lnTo>
                      <a:pt x="747087" y="707784"/>
                    </a:lnTo>
                    <a:lnTo>
                      <a:pt x="767217" y="582681"/>
                    </a:lnTo>
                    <a:lnTo>
                      <a:pt x="726534" y="509135"/>
                    </a:lnTo>
                    <a:lnTo>
                      <a:pt x="698584" y="739101"/>
                    </a:lnTo>
                    <a:lnTo>
                      <a:pt x="621579" y="739101"/>
                    </a:lnTo>
                    <a:lnTo>
                      <a:pt x="641102" y="707747"/>
                    </a:lnTo>
                    <a:lnTo>
                      <a:pt x="667027" y="562238"/>
                    </a:lnTo>
                    <a:lnTo>
                      <a:pt x="571254" y="414686"/>
                    </a:lnTo>
                    <a:lnTo>
                      <a:pt x="400904" y="414042"/>
                    </a:lnTo>
                    <a:lnTo>
                      <a:pt x="344950" y="739101"/>
                    </a:lnTo>
                    <a:lnTo>
                      <a:pt x="268920" y="739101"/>
                    </a:lnTo>
                    <a:lnTo>
                      <a:pt x="310872" y="638286"/>
                    </a:lnTo>
                    <a:lnTo>
                      <a:pt x="302022" y="555246"/>
                    </a:lnTo>
                    <a:lnTo>
                      <a:pt x="241062" y="739101"/>
                    </a:lnTo>
                    <a:lnTo>
                      <a:pt x="164756" y="739101"/>
                    </a:lnTo>
                    <a:lnTo>
                      <a:pt x="214087" y="664985"/>
                    </a:lnTo>
                    <a:lnTo>
                      <a:pt x="244650" y="480118"/>
                    </a:lnTo>
                    <a:lnTo>
                      <a:pt x="224410" y="372311"/>
                    </a:lnTo>
                    <a:lnTo>
                      <a:pt x="131433" y="219699"/>
                    </a:lnTo>
                    <a:lnTo>
                      <a:pt x="66977" y="237142"/>
                    </a:lnTo>
                    <a:lnTo>
                      <a:pt x="32845" y="212376"/>
                    </a:lnTo>
                    <a:lnTo>
                      <a:pt x="53618" y="164167"/>
                    </a:lnTo>
                    <a:lnTo>
                      <a:pt x="70528" y="102140"/>
                    </a:lnTo>
                    <a:lnTo>
                      <a:pt x="42744" y="99601"/>
                    </a:lnTo>
                    <a:lnTo>
                      <a:pt x="0" y="44897"/>
                    </a:lnTo>
                    <a:lnTo>
                      <a:pt x="54925" y="20093"/>
                    </a:lnTo>
                    <a:lnTo>
                      <a:pt x="91229" y="42339"/>
                    </a:lnTo>
                    <a:lnTo>
                      <a:pt x="120798" y="0"/>
                    </a:lnTo>
                    <a:lnTo>
                      <a:pt x="159715" y="0"/>
                    </a:lnTo>
                    <a:lnTo>
                      <a:pt x="214418" y="47785"/>
                    </a:lnTo>
                    <a:lnTo>
                      <a:pt x="241117" y="16211"/>
                    </a:lnTo>
                    <a:lnTo>
                      <a:pt x="308959" y="37555"/>
                    </a:lnTo>
                    <a:lnTo>
                      <a:pt x="279500" y="86316"/>
                    </a:lnTo>
                    <a:lnTo>
                      <a:pt x="248661" y="105029"/>
                    </a:lnTo>
                    <a:lnTo>
                      <a:pt x="309769" y="136438"/>
                    </a:lnTo>
                    <a:lnTo>
                      <a:pt x="383958" y="112738"/>
                    </a:lnTo>
                    <a:lnTo>
                      <a:pt x="455701" y="129759"/>
                    </a:lnTo>
                    <a:lnTo>
                      <a:pt x="839162" y="129759"/>
                    </a:lnTo>
                    <a:lnTo>
                      <a:pt x="839162" y="358437"/>
                    </a:lnTo>
                    <a:lnTo>
                      <a:pt x="799675" y="402763"/>
                    </a:lnTo>
                    <a:lnTo>
                      <a:pt x="799675" y="186192"/>
                    </a:lnTo>
                    <a:lnTo>
                      <a:pt x="777116" y="186192"/>
                    </a:lnTo>
                    <a:lnTo>
                      <a:pt x="777116" y="349586"/>
                    </a:lnTo>
                    <a:lnTo>
                      <a:pt x="829575" y="520801"/>
                    </a:lnTo>
                    <a:lnTo>
                      <a:pt x="829446" y="521960"/>
                    </a:lnTo>
                    <a:lnTo>
                      <a:pt x="804624" y="739101"/>
                    </a:lnTo>
                    <a:close/>
                    <a:moveTo>
                      <a:pt x="747915" y="727803"/>
                    </a:moveTo>
                    <a:lnTo>
                      <a:pt x="794559" y="727803"/>
                    </a:lnTo>
                    <a:lnTo>
                      <a:pt x="818075" y="521849"/>
                    </a:lnTo>
                    <a:lnTo>
                      <a:pt x="765818" y="351261"/>
                    </a:lnTo>
                    <a:lnTo>
                      <a:pt x="765818" y="174913"/>
                    </a:lnTo>
                    <a:lnTo>
                      <a:pt x="810954" y="174913"/>
                    </a:lnTo>
                    <a:lnTo>
                      <a:pt x="810954" y="373157"/>
                    </a:lnTo>
                    <a:lnTo>
                      <a:pt x="827882" y="354168"/>
                    </a:lnTo>
                    <a:lnTo>
                      <a:pt x="827882" y="141075"/>
                    </a:lnTo>
                    <a:lnTo>
                      <a:pt x="454376" y="141075"/>
                    </a:lnTo>
                    <a:lnTo>
                      <a:pt x="384400" y="124478"/>
                    </a:lnTo>
                    <a:lnTo>
                      <a:pt x="308756" y="148637"/>
                    </a:lnTo>
                    <a:lnTo>
                      <a:pt x="225569" y="105893"/>
                    </a:lnTo>
                    <a:lnTo>
                      <a:pt x="271294" y="78164"/>
                    </a:lnTo>
                    <a:lnTo>
                      <a:pt x="291902" y="44069"/>
                    </a:lnTo>
                    <a:lnTo>
                      <a:pt x="244907" y="29275"/>
                    </a:lnTo>
                    <a:lnTo>
                      <a:pt x="215651" y="63867"/>
                    </a:lnTo>
                    <a:lnTo>
                      <a:pt x="155501" y="11335"/>
                    </a:lnTo>
                    <a:lnTo>
                      <a:pt x="126686" y="11335"/>
                    </a:lnTo>
                    <a:lnTo>
                      <a:pt x="94393" y="57556"/>
                    </a:lnTo>
                    <a:lnTo>
                      <a:pt x="54115" y="32881"/>
                    </a:lnTo>
                    <a:lnTo>
                      <a:pt x="17738" y="49313"/>
                    </a:lnTo>
                    <a:lnTo>
                      <a:pt x="48632" y="88836"/>
                    </a:lnTo>
                    <a:lnTo>
                      <a:pt x="84935" y="92167"/>
                    </a:lnTo>
                    <a:lnTo>
                      <a:pt x="64125" y="168289"/>
                    </a:lnTo>
                    <a:lnTo>
                      <a:pt x="46774" y="208567"/>
                    </a:lnTo>
                    <a:lnTo>
                      <a:pt x="69222" y="224851"/>
                    </a:lnTo>
                    <a:lnTo>
                      <a:pt x="136659" y="206598"/>
                    </a:lnTo>
                    <a:lnTo>
                      <a:pt x="235100" y="368207"/>
                    </a:lnTo>
                    <a:lnTo>
                      <a:pt x="235284" y="369219"/>
                    </a:lnTo>
                    <a:lnTo>
                      <a:pt x="256095" y="480007"/>
                    </a:lnTo>
                    <a:lnTo>
                      <a:pt x="255929" y="480982"/>
                    </a:lnTo>
                    <a:lnTo>
                      <a:pt x="224815" y="669235"/>
                    </a:lnTo>
                    <a:lnTo>
                      <a:pt x="185806" y="727822"/>
                    </a:lnTo>
                    <a:lnTo>
                      <a:pt x="232892" y="727822"/>
                    </a:lnTo>
                    <a:lnTo>
                      <a:pt x="307689" y="502235"/>
                    </a:lnTo>
                    <a:lnTo>
                      <a:pt x="322391" y="639961"/>
                    </a:lnTo>
                    <a:lnTo>
                      <a:pt x="285811" y="727803"/>
                    </a:lnTo>
                    <a:lnTo>
                      <a:pt x="335418" y="727803"/>
                    </a:lnTo>
                    <a:lnTo>
                      <a:pt x="391374" y="402708"/>
                    </a:lnTo>
                    <a:lnTo>
                      <a:pt x="577363" y="403407"/>
                    </a:lnTo>
                    <a:lnTo>
                      <a:pt x="678895" y="559827"/>
                    </a:lnTo>
                    <a:lnTo>
                      <a:pt x="651810" y="711850"/>
                    </a:lnTo>
                    <a:lnTo>
                      <a:pt x="641874" y="727803"/>
                    </a:lnTo>
                    <a:lnTo>
                      <a:pt x="688556" y="727803"/>
                    </a:lnTo>
                    <a:lnTo>
                      <a:pt x="719505" y="473162"/>
                    </a:lnTo>
                    <a:lnTo>
                      <a:pt x="778938" y="580620"/>
                    </a:lnTo>
                    <a:lnTo>
                      <a:pt x="757833" y="711813"/>
                    </a:lnTo>
                    <a:lnTo>
                      <a:pt x="747915" y="727803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25" name="Freeform: Shape 241"/>
              <p:cNvSpPr/>
              <p:nvPr/>
            </p:nvSpPr>
            <p:spPr>
              <a:xfrm>
                <a:off x="6813000" y="4212720"/>
                <a:ext cx="442800" cy="470880"/>
              </a:xfrm>
              <a:custGeom>
                <a:avLst/>
                <a:gdLst>
                  <a:gd name="textAreaLeft" fmla="*/ 0 w 442800"/>
                  <a:gd name="textAreaRight" fmla="*/ 443160 w 442800"/>
                  <a:gd name="textAreaTop" fmla="*/ 0 h 470880"/>
                  <a:gd name="textAreaBottom" fmla="*/ 471240 h 470880"/>
                </a:gdLst>
                <a:ahLst/>
                <a:rect l="textAreaLeft" t="textAreaTop" r="textAreaRight" b="textAreaBottom"/>
                <a:pathLst>
                  <a:path w="563765" h="599240">
                    <a:moveTo>
                      <a:pt x="422212" y="599241"/>
                    </a:moveTo>
                    <a:lnTo>
                      <a:pt x="315012" y="599241"/>
                    </a:lnTo>
                    <a:lnTo>
                      <a:pt x="315012" y="356634"/>
                    </a:lnTo>
                    <a:lnTo>
                      <a:pt x="247281" y="356634"/>
                    </a:lnTo>
                    <a:lnTo>
                      <a:pt x="247299" y="599222"/>
                    </a:lnTo>
                    <a:lnTo>
                      <a:pt x="134469" y="599222"/>
                    </a:lnTo>
                    <a:lnTo>
                      <a:pt x="134469" y="218613"/>
                    </a:lnTo>
                    <a:cubicBezTo>
                      <a:pt x="134469" y="218245"/>
                      <a:pt x="134487" y="217859"/>
                      <a:pt x="134561" y="217472"/>
                    </a:cubicBezTo>
                    <a:lnTo>
                      <a:pt x="0" y="69976"/>
                    </a:lnTo>
                    <a:lnTo>
                      <a:pt x="75993" y="18"/>
                    </a:lnTo>
                    <a:lnTo>
                      <a:pt x="154948" y="88192"/>
                    </a:lnTo>
                    <a:cubicBezTo>
                      <a:pt x="158886" y="92590"/>
                      <a:pt x="163431" y="97098"/>
                      <a:pt x="168896" y="101974"/>
                    </a:cubicBezTo>
                    <a:cubicBezTo>
                      <a:pt x="200176" y="129869"/>
                      <a:pt x="240473" y="145233"/>
                      <a:pt x="282388" y="145233"/>
                    </a:cubicBezTo>
                    <a:cubicBezTo>
                      <a:pt x="331020" y="145233"/>
                      <a:pt x="377444" y="124441"/>
                      <a:pt x="409755" y="88211"/>
                    </a:cubicBezTo>
                    <a:lnTo>
                      <a:pt x="488398" y="0"/>
                    </a:lnTo>
                    <a:lnTo>
                      <a:pt x="563765" y="70087"/>
                    </a:lnTo>
                    <a:lnTo>
                      <a:pt x="422157" y="221649"/>
                    </a:lnTo>
                    <a:lnTo>
                      <a:pt x="422157" y="599241"/>
                    </a:lnTo>
                    <a:close/>
                    <a:moveTo>
                      <a:pt x="326292" y="587943"/>
                    </a:moveTo>
                    <a:lnTo>
                      <a:pt x="410914" y="587943"/>
                    </a:lnTo>
                    <a:lnTo>
                      <a:pt x="410914" y="218577"/>
                    </a:lnTo>
                    <a:cubicBezTo>
                      <a:pt x="410914" y="217399"/>
                      <a:pt x="411301" y="214676"/>
                      <a:pt x="414650" y="213185"/>
                    </a:cubicBezTo>
                    <a:lnTo>
                      <a:pt x="547831" y="70620"/>
                    </a:lnTo>
                    <a:lnTo>
                      <a:pt x="489189" y="16082"/>
                    </a:lnTo>
                    <a:lnTo>
                      <a:pt x="418201" y="95681"/>
                    </a:lnTo>
                    <a:cubicBezTo>
                      <a:pt x="383755" y="134322"/>
                      <a:pt x="334259" y="156476"/>
                      <a:pt x="282407" y="156476"/>
                    </a:cubicBezTo>
                    <a:cubicBezTo>
                      <a:pt x="237713" y="156476"/>
                      <a:pt x="194748" y="140099"/>
                      <a:pt x="161388" y="110365"/>
                    </a:cubicBezTo>
                    <a:cubicBezTo>
                      <a:pt x="155611" y="105194"/>
                      <a:pt x="150753" y="100392"/>
                      <a:pt x="146539" y="95681"/>
                    </a:cubicBezTo>
                    <a:lnTo>
                      <a:pt x="75220" y="16045"/>
                    </a:lnTo>
                    <a:lnTo>
                      <a:pt x="15898" y="70639"/>
                    </a:lnTo>
                    <a:lnTo>
                      <a:pt x="149060" y="216626"/>
                    </a:lnTo>
                    <a:lnTo>
                      <a:pt x="147956" y="219828"/>
                    </a:lnTo>
                    <a:cubicBezTo>
                      <a:pt x="147478" y="221226"/>
                      <a:pt x="146631" y="222109"/>
                      <a:pt x="145730" y="222680"/>
                    </a:cubicBezTo>
                    <a:lnTo>
                      <a:pt x="145730" y="587943"/>
                    </a:lnTo>
                    <a:lnTo>
                      <a:pt x="236001" y="587943"/>
                    </a:lnTo>
                    <a:lnTo>
                      <a:pt x="236001" y="356063"/>
                    </a:lnTo>
                    <a:cubicBezTo>
                      <a:pt x="236001" y="354959"/>
                      <a:pt x="236186" y="345354"/>
                      <a:pt x="242938" y="345354"/>
                    </a:cubicBezTo>
                    <a:lnTo>
                      <a:pt x="324212" y="345354"/>
                    </a:lnTo>
                    <a:lnTo>
                      <a:pt x="325960" y="347544"/>
                    </a:lnTo>
                    <a:cubicBezTo>
                      <a:pt x="327855" y="349954"/>
                      <a:pt x="327248" y="352438"/>
                      <a:pt x="326420" y="355898"/>
                    </a:cubicBezTo>
                    <a:lnTo>
                      <a:pt x="326255" y="356615"/>
                    </a:lnTo>
                    <a:lnTo>
                      <a:pt x="326255" y="587943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26" name="Freeform: Shape 242"/>
              <p:cNvSpPr/>
              <p:nvPr/>
            </p:nvSpPr>
            <p:spPr>
              <a:xfrm>
                <a:off x="6946200" y="4102920"/>
                <a:ext cx="177120" cy="177120"/>
              </a:xfrm>
              <a:custGeom>
                <a:avLst/>
                <a:gdLst>
                  <a:gd name="textAreaLeft" fmla="*/ 0 w 177120"/>
                  <a:gd name="textAreaRight" fmla="*/ 177480 w 177120"/>
                  <a:gd name="textAreaTop" fmla="*/ 0 h 177120"/>
                  <a:gd name="textAreaBottom" fmla="*/ 177480 h 177120"/>
                </a:gdLst>
                <a:ahLst/>
                <a:rect l="textAreaLeft" t="textAreaTop" r="textAreaRight" b="textAreaBottom"/>
                <a:pathLst>
                  <a:path w="225513" h="225513">
                    <a:moveTo>
                      <a:pt x="112757" y="225513"/>
                    </a:moveTo>
                    <a:cubicBezTo>
                      <a:pt x="50582" y="225513"/>
                      <a:pt x="0" y="174931"/>
                      <a:pt x="0" y="112757"/>
                    </a:cubicBezTo>
                    <a:cubicBezTo>
                      <a:pt x="0" y="50582"/>
                      <a:pt x="50582" y="0"/>
                      <a:pt x="112757" y="0"/>
                    </a:cubicBezTo>
                    <a:cubicBezTo>
                      <a:pt x="174931" y="0"/>
                      <a:pt x="225514" y="50582"/>
                      <a:pt x="225514" y="112757"/>
                    </a:cubicBezTo>
                    <a:cubicBezTo>
                      <a:pt x="225514" y="174931"/>
                      <a:pt x="174931" y="225513"/>
                      <a:pt x="112757" y="225513"/>
                    </a:cubicBezTo>
                    <a:close/>
                    <a:moveTo>
                      <a:pt x="112757" y="11279"/>
                    </a:moveTo>
                    <a:cubicBezTo>
                      <a:pt x="56802" y="11279"/>
                      <a:pt x="11279" y="56802"/>
                      <a:pt x="11279" y="112757"/>
                    </a:cubicBezTo>
                    <a:cubicBezTo>
                      <a:pt x="11279" y="168712"/>
                      <a:pt x="56802" y="214234"/>
                      <a:pt x="112757" y="214234"/>
                    </a:cubicBezTo>
                    <a:cubicBezTo>
                      <a:pt x="168712" y="214234"/>
                      <a:pt x="214234" y="168712"/>
                      <a:pt x="214234" y="112757"/>
                    </a:cubicBezTo>
                    <a:cubicBezTo>
                      <a:pt x="214234" y="56802"/>
                      <a:pt x="168712" y="11279"/>
                      <a:pt x="112757" y="11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27" name="Freeform: Shape 243"/>
              <p:cNvSpPr/>
              <p:nvPr/>
            </p:nvSpPr>
            <p:spPr>
              <a:xfrm>
                <a:off x="7180920" y="4326480"/>
                <a:ext cx="263520" cy="263520"/>
              </a:xfrm>
              <a:custGeom>
                <a:avLst/>
                <a:gdLst>
                  <a:gd name="textAreaLeft" fmla="*/ 0 w 263520"/>
                  <a:gd name="textAreaRight" fmla="*/ 263880 w 263520"/>
                  <a:gd name="textAreaTop" fmla="*/ 0 h 263520"/>
                  <a:gd name="textAreaBottom" fmla="*/ 263880 h 263520"/>
                </a:gdLst>
                <a:ahLst/>
                <a:rect l="textAreaLeft" t="textAreaTop" r="textAreaRight" b="textAreaBottom"/>
                <a:pathLst>
                  <a:path w="335436" h="335436">
                    <a:moveTo>
                      <a:pt x="167718" y="335437"/>
                    </a:moveTo>
                    <a:cubicBezTo>
                      <a:pt x="75238" y="335437"/>
                      <a:pt x="0" y="260198"/>
                      <a:pt x="0" y="167718"/>
                    </a:cubicBezTo>
                    <a:cubicBezTo>
                      <a:pt x="0" y="75239"/>
                      <a:pt x="75238" y="0"/>
                      <a:pt x="167718" y="0"/>
                    </a:cubicBezTo>
                    <a:cubicBezTo>
                      <a:pt x="260198" y="0"/>
                      <a:pt x="335437" y="75239"/>
                      <a:pt x="335437" y="167718"/>
                    </a:cubicBezTo>
                    <a:cubicBezTo>
                      <a:pt x="335437" y="260198"/>
                      <a:pt x="260198" y="335437"/>
                      <a:pt x="167718" y="335437"/>
                    </a:cubicBezTo>
                    <a:close/>
                    <a:moveTo>
                      <a:pt x="167718" y="11279"/>
                    </a:moveTo>
                    <a:cubicBezTo>
                      <a:pt x="81458" y="11279"/>
                      <a:pt x="11279" y="81458"/>
                      <a:pt x="11279" y="167718"/>
                    </a:cubicBezTo>
                    <a:cubicBezTo>
                      <a:pt x="11279" y="253979"/>
                      <a:pt x="81458" y="324157"/>
                      <a:pt x="167718" y="324157"/>
                    </a:cubicBezTo>
                    <a:cubicBezTo>
                      <a:pt x="253979" y="324157"/>
                      <a:pt x="324157" y="253979"/>
                      <a:pt x="324157" y="167718"/>
                    </a:cubicBezTo>
                    <a:cubicBezTo>
                      <a:pt x="324157" y="81458"/>
                      <a:pt x="253979" y="11279"/>
                      <a:pt x="167718" y="11279"/>
                    </a:cubicBezTo>
                    <a:close/>
                    <a:moveTo>
                      <a:pt x="208162" y="279757"/>
                    </a:moveTo>
                    <a:lnTo>
                      <a:pt x="123539" y="279757"/>
                    </a:lnTo>
                    <a:lnTo>
                      <a:pt x="123539" y="212044"/>
                    </a:lnTo>
                    <a:lnTo>
                      <a:pt x="55845" y="212044"/>
                    </a:lnTo>
                    <a:lnTo>
                      <a:pt x="55845" y="127422"/>
                    </a:lnTo>
                    <a:lnTo>
                      <a:pt x="123539" y="127422"/>
                    </a:lnTo>
                    <a:lnTo>
                      <a:pt x="123539" y="54078"/>
                    </a:lnTo>
                    <a:lnTo>
                      <a:pt x="208162" y="54078"/>
                    </a:lnTo>
                    <a:lnTo>
                      <a:pt x="208162" y="127422"/>
                    </a:lnTo>
                    <a:lnTo>
                      <a:pt x="281506" y="127422"/>
                    </a:lnTo>
                    <a:lnTo>
                      <a:pt x="281506" y="212044"/>
                    </a:lnTo>
                    <a:lnTo>
                      <a:pt x="208162" y="212044"/>
                    </a:lnTo>
                    <a:lnTo>
                      <a:pt x="208162" y="279757"/>
                    </a:lnTo>
                    <a:close/>
                    <a:moveTo>
                      <a:pt x="134819" y="268460"/>
                    </a:moveTo>
                    <a:lnTo>
                      <a:pt x="196883" y="268460"/>
                    </a:lnTo>
                    <a:lnTo>
                      <a:pt x="196883" y="200765"/>
                    </a:lnTo>
                    <a:lnTo>
                      <a:pt x="270226" y="200765"/>
                    </a:lnTo>
                    <a:lnTo>
                      <a:pt x="270226" y="138701"/>
                    </a:lnTo>
                    <a:lnTo>
                      <a:pt x="196883" y="138701"/>
                    </a:lnTo>
                    <a:lnTo>
                      <a:pt x="196883" y="65358"/>
                    </a:lnTo>
                    <a:lnTo>
                      <a:pt x="134819" y="65358"/>
                    </a:lnTo>
                    <a:lnTo>
                      <a:pt x="134819" y="138701"/>
                    </a:lnTo>
                    <a:lnTo>
                      <a:pt x="67124" y="138701"/>
                    </a:lnTo>
                    <a:lnTo>
                      <a:pt x="67124" y="200765"/>
                    </a:lnTo>
                    <a:lnTo>
                      <a:pt x="134819" y="200765"/>
                    </a:lnTo>
                    <a:lnTo>
                      <a:pt x="134819" y="268460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</p:grpSp>
      <p:grpSp>
        <p:nvGrpSpPr>
          <p:cNvPr id="428" name="Graphic 228"/>
          <p:cNvGrpSpPr/>
          <p:nvPr/>
        </p:nvGrpSpPr>
        <p:grpSpPr>
          <a:xfrm>
            <a:off x="5466960" y="4104000"/>
            <a:ext cx="570960" cy="811800"/>
            <a:chOff x="5466960" y="4104000"/>
            <a:chExt cx="570960" cy="811800"/>
          </a:xfrm>
        </p:grpSpPr>
        <p:grpSp>
          <p:nvGrpSpPr>
            <p:cNvPr id="429" name="Graphic 228"/>
            <p:cNvGrpSpPr/>
            <p:nvPr/>
          </p:nvGrpSpPr>
          <p:grpSpPr>
            <a:xfrm>
              <a:off x="5466960" y="4818600"/>
              <a:ext cx="570960" cy="97200"/>
              <a:chOff x="5466960" y="4818600"/>
              <a:chExt cx="570960" cy="97200"/>
            </a:xfrm>
          </p:grpSpPr>
          <p:sp>
            <p:nvSpPr>
              <p:cNvPr id="430" name="Freeform: Shape 246"/>
              <p:cNvSpPr/>
              <p:nvPr/>
            </p:nvSpPr>
            <p:spPr>
              <a:xfrm>
                <a:off x="5466960" y="4818600"/>
                <a:ext cx="83880" cy="97200"/>
              </a:xfrm>
              <a:custGeom>
                <a:avLst/>
                <a:gdLst>
                  <a:gd name="textAreaLeft" fmla="*/ 0 w 83880"/>
                  <a:gd name="textAreaRight" fmla="*/ 84240 w 83880"/>
                  <a:gd name="textAreaTop" fmla="*/ 0 h 97200"/>
                  <a:gd name="textAreaBottom" fmla="*/ 97560 h 97200"/>
                </a:gdLst>
                <a:ahLst/>
                <a:rect l="textAreaLeft" t="textAreaTop" r="textAreaRight" b="textAreaBottom"/>
                <a:pathLst>
                  <a:path w="107126" h="123907">
                    <a:moveTo>
                      <a:pt x="107126" y="63150"/>
                    </a:moveTo>
                    <a:lnTo>
                      <a:pt x="107126" y="121202"/>
                    </a:lnTo>
                    <a:lnTo>
                      <a:pt x="94945" y="121202"/>
                    </a:lnTo>
                    <a:lnTo>
                      <a:pt x="94945" y="101404"/>
                    </a:lnTo>
                    <a:cubicBezTo>
                      <a:pt x="86481" y="115627"/>
                      <a:pt x="71926" y="123907"/>
                      <a:pt x="54833" y="123907"/>
                    </a:cubicBezTo>
                    <a:cubicBezTo>
                      <a:pt x="23184" y="123907"/>
                      <a:pt x="0" y="95810"/>
                      <a:pt x="0" y="60261"/>
                    </a:cubicBezTo>
                    <a:cubicBezTo>
                      <a:pt x="0" y="24712"/>
                      <a:pt x="24546" y="0"/>
                      <a:pt x="55845" y="0"/>
                    </a:cubicBezTo>
                    <a:cubicBezTo>
                      <a:pt x="71246" y="0"/>
                      <a:pt x="84273" y="6606"/>
                      <a:pt x="92737" y="17094"/>
                    </a:cubicBezTo>
                    <a:lnTo>
                      <a:pt x="92737" y="2705"/>
                    </a:lnTo>
                    <a:lnTo>
                      <a:pt x="105268" y="2705"/>
                    </a:lnTo>
                    <a:lnTo>
                      <a:pt x="105268" y="36212"/>
                    </a:lnTo>
                    <a:lnTo>
                      <a:pt x="94780" y="36212"/>
                    </a:lnTo>
                    <a:cubicBezTo>
                      <a:pt x="89204" y="21988"/>
                      <a:pt x="74815" y="12862"/>
                      <a:pt x="56875" y="12862"/>
                    </a:cubicBezTo>
                    <a:cubicBezTo>
                      <a:pt x="34206" y="12862"/>
                      <a:pt x="15070" y="31299"/>
                      <a:pt x="15070" y="60242"/>
                    </a:cubicBezTo>
                    <a:cubicBezTo>
                      <a:pt x="15070" y="88855"/>
                      <a:pt x="32845" y="111027"/>
                      <a:pt x="56194" y="111027"/>
                    </a:cubicBezTo>
                    <a:cubicBezTo>
                      <a:pt x="76158" y="111027"/>
                      <a:pt x="92075" y="98000"/>
                      <a:pt x="94614" y="74981"/>
                    </a:cubicBezTo>
                    <a:lnTo>
                      <a:pt x="68044" y="74981"/>
                    </a:lnTo>
                    <a:lnTo>
                      <a:pt x="68044" y="63131"/>
                    </a:lnTo>
                    <a:lnTo>
                      <a:pt x="107126" y="63131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31" name="Freeform: Shape 247"/>
              <p:cNvSpPr/>
              <p:nvPr/>
            </p:nvSpPr>
            <p:spPr>
              <a:xfrm>
                <a:off x="5574960" y="4820760"/>
                <a:ext cx="61200" cy="9288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78182" h="118479">
                    <a:moveTo>
                      <a:pt x="78183" y="87843"/>
                    </a:moveTo>
                    <a:lnTo>
                      <a:pt x="7818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77851" y="0"/>
                    </a:lnTo>
                    <a:lnTo>
                      <a:pt x="77851" y="28263"/>
                    </a:lnTo>
                    <a:lnTo>
                      <a:pt x="64990" y="28263"/>
                    </a:lnTo>
                    <a:lnTo>
                      <a:pt x="64990" y="11169"/>
                    </a:lnTo>
                    <a:lnTo>
                      <a:pt x="28778" y="11169"/>
                    </a:lnTo>
                    <a:lnTo>
                      <a:pt x="28778" y="50766"/>
                    </a:lnTo>
                    <a:lnTo>
                      <a:pt x="64824" y="50766"/>
                    </a:lnTo>
                    <a:lnTo>
                      <a:pt x="64824" y="62616"/>
                    </a:lnTo>
                    <a:lnTo>
                      <a:pt x="28778" y="62616"/>
                    </a:lnTo>
                    <a:lnTo>
                      <a:pt x="28778" y="107292"/>
                    </a:lnTo>
                    <a:lnTo>
                      <a:pt x="65339" y="107292"/>
                    </a:lnTo>
                    <a:lnTo>
                      <a:pt x="65339" y="87824"/>
                    </a:lnTo>
                    <a:lnTo>
                      <a:pt x="78183" y="87824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32" name="Freeform: Shape 248"/>
              <p:cNvSpPr/>
              <p:nvPr/>
            </p:nvSpPr>
            <p:spPr>
              <a:xfrm>
                <a:off x="5658120" y="4820760"/>
                <a:ext cx="95760" cy="92880"/>
              </a:xfrm>
              <a:custGeom>
                <a:avLst/>
                <a:gdLst>
                  <a:gd name="textAreaLeft" fmla="*/ 0 w 95760"/>
                  <a:gd name="textAreaRight" fmla="*/ 96120 w 957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22195" h="118479">
                    <a:moveTo>
                      <a:pt x="122196" y="11169"/>
                    </a:moveTo>
                    <a:lnTo>
                      <a:pt x="107641" y="11169"/>
                    </a:lnTo>
                    <a:lnTo>
                      <a:pt x="107641" y="118479"/>
                    </a:lnTo>
                    <a:lnTo>
                      <a:pt x="92571" y="118479"/>
                    </a:lnTo>
                    <a:lnTo>
                      <a:pt x="27416" y="21160"/>
                    </a:lnTo>
                    <a:lnTo>
                      <a:pt x="27416" y="107310"/>
                    </a:lnTo>
                    <a:lnTo>
                      <a:pt x="41971" y="107310"/>
                    </a:lnTo>
                    <a:lnTo>
                      <a:pt x="41971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29275" y="0"/>
                    </a:lnTo>
                    <a:lnTo>
                      <a:pt x="94780" y="96988"/>
                    </a:lnTo>
                    <a:lnTo>
                      <a:pt x="94780" y="11169"/>
                    </a:lnTo>
                    <a:lnTo>
                      <a:pt x="80225" y="11169"/>
                    </a:lnTo>
                    <a:lnTo>
                      <a:pt x="80225" y="0"/>
                    </a:lnTo>
                    <a:lnTo>
                      <a:pt x="122196" y="0"/>
                    </a:lnTo>
                    <a:lnTo>
                      <a:pt x="122196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33" name="Freeform: Shape 249"/>
              <p:cNvSpPr/>
              <p:nvPr/>
            </p:nvSpPr>
            <p:spPr>
              <a:xfrm>
                <a:off x="5774400" y="4820760"/>
                <a:ext cx="81360" cy="9288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04090" h="118479">
                    <a:moveTo>
                      <a:pt x="104090" y="58899"/>
                    </a:moveTo>
                    <a:cubicBezTo>
                      <a:pt x="104090" y="95111"/>
                      <a:pt x="82764" y="118479"/>
                      <a:pt x="46203" y="118479"/>
                    </a:cubicBez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5191" y="0"/>
                    </a:lnTo>
                    <a:cubicBezTo>
                      <a:pt x="81072" y="18"/>
                      <a:pt x="104090" y="22522"/>
                      <a:pt x="104090" y="58899"/>
                    </a:cubicBezTo>
                    <a:close/>
                    <a:moveTo>
                      <a:pt x="88855" y="58402"/>
                    </a:moveTo>
                    <a:cubicBezTo>
                      <a:pt x="88855" y="28097"/>
                      <a:pt x="70915" y="11187"/>
                      <a:pt x="42652" y="11187"/>
                    </a:cubicBezTo>
                    <a:lnTo>
                      <a:pt x="28778" y="11187"/>
                    </a:lnTo>
                    <a:lnTo>
                      <a:pt x="28778" y="107329"/>
                    </a:lnTo>
                    <a:lnTo>
                      <a:pt x="43848" y="107329"/>
                    </a:lnTo>
                    <a:cubicBezTo>
                      <a:pt x="72607" y="107310"/>
                      <a:pt x="88855" y="90382"/>
                      <a:pt x="88855" y="5840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34" name="Freeform: Shape 250"/>
              <p:cNvSpPr/>
              <p:nvPr/>
            </p:nvSpPr>
            <p:spPr>
              <a:xfrm>
                <a:off x="5877360" y="4820760"/>
                <a:ext cx="61200" cy="9288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78201" h="118479">
                    <a:moveTo>
                      <a:pt x="78201" y="87843"/>
                    </a:moveTo>
                    <a:lnTo>
                      <a:pt x="78201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77851" y="0"/>
                    </a:lnTo>
                    <a:lnTo>
                      <a:pt x="77851" y="28263"/>
                    </a:lnTo>
                    <a:lnTo>
                      <a:pt x="64990" y="28263"/>
                    </a:lnTo>
                    <a:lnTo>
                      <a:pt x="64990" y="11169"/>
                    </a:lnTo>
                    <a:lnTo>
                      <a:pt x="28778" y="11169"/>
                    </a:lnTo>
                    <a:lnTo>
                      <a:pt x="28778" y="50766"/>
                    </a:lnTo>
                    <a:lnTo>
                      <a:pt x="64824" y="50766"/>
                    </a:lnTo>
                    <a:lnTo>
                      <a:pt x="64824" y="62616"/>
                    </a:lnTo>
                    <a:lnTo>
                      <a:pt x="28778" y="62616"/>
                    </a:lnTo>
                    <a:lnTo>
                      <a:pt x="28778" y="107292"/>
                    </a:lnTo>
                    <a:lnTo>
                      <a:pt x="65339" y="107292"/>
                    </a:lnTo>
                    <a:lnTo>
                      <a:pt x="65339" y="87824"/>
                    </a:lnTo>
                    <a:lnTo>
                      <a:pt x="78201" y="87824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35" name="Freeform: Shape 251"/>
              <p:cNvSpPr/>
              <p:nvPr/>
            </p:nvSpPr>
            <p:spPr>
              <a:xfrm>
                <a:off x="5960880" y="4820760"/>
                <a:ext cx="77040" cy="92880"/>
              </a:xfrm>
              <a:custGeom>
                <a:avLst/>
                <a:gdLst>
                  <a:gd name="textAreaLeft" fmla="*/ 0 w 77040"/>
                  <a:gd name="textAreaRight" fmla="*/ 77400 w 7704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98331" h="118479">
                    <a:moveTo>
                      <a:pt x="98331" y="107310"/>
                    </a:moveTo>
                    <a:lnTo>
                      <a:pt x="98331" y="118479"/>
                    </a:lnTo>
                    <a:lnTo>
                      <a:pt x="73288" y="118479"/>
                    </a:lnTo>
                    <a:lnTo>
                      <a:pt x="44860" y="68044"/>
                    </a:lnTo>
                    <a:lnTo>
                      <a:pt x="28778" y="68044"/>
                    </a:lnTo>
                    <a:lnTo>
                      <a:pt x="28778" y="107310"/>
                    </a:lnTo>
                    <a:lnTo>
                      <a:pt x="42321" y="107310"/>
                    </a:lnTo>
                    <a:lnTo>
                      <a:pt x="42321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215" y="0"/>
                    </a:lnTo>
                    <a:cubicBezTo>
                      <a:pt x="66848" y="0"/>
                      <a:pt x="82764" y="14058"/>
                      <a:pt x="82764" y="32329"/>
                    </a:cubicBezTo>
                    <a:cubicBezTo>
                      <a:pt x="82764" y="47049"/>
                      <a:pt x="72773" y="59580"/>
                      <a:pt x="58568" y="64990"/>
                    </a:cubicBezTo>
                    <a:lnTo>
                      <a:pt x="83280" y="107310"/>
                    </a:lnTo>
                    <a:lnTo>
                      <a:pt x="98331" y="107310"/>
                    </a:lnTo>
                    <a:close/>
                    <a:moveTo>
                      <a:pt x="67860" y="32513"/>
                    </a:moveTo>
                    <a:cubicBezTo>
                      <a:pt x="67860" y="19320"/>
                      <a:pt x="58550" y="10856"/>
                      <a:pt x="45853" y="10856"/>
                    </a:cubicBezTo>
                    <a:lnTo>
                      <a:pt x="28760" y="10856"/>
                    </a:lnTo>
                    <a:lnTo>
                      <a:pt x="28760" y="57225"/>
                    </a:lnTo>
                    <a:lnTo>
                      <a:pt x="43829" y="57225"/>
                    </a:lnTo>
                    <a:cubicBezTo>
                      <a:pt x="58053" y="57206"/>
                      <a:pt x="67860" y="47730"/>
                      <a:pt x="67860" y="3251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  <p:grpSp>
          <p:nvGrpSpPr>
            <p:cNvPr id="436" name="Graphic 228"/>
            <p:cNvGrpSpPr/>
            <p:nvPr/>
          </p:nvGrpSpPr>
          <p:grpSpPr>
            <a:xfrm>
              <a:off x="5517000" y="4104000"/>
              <a:ext cx="466200" cy="579960"/>
              <a:chOff x="5517000" y="4104000"/>
              <a:chExt cx="466200" cy="579960"/>
            </a:xfrm>
          </p:grpSpPr>
          <p:sp>
            <p:nvSpPr>
              <p:cNvPr id="437" name="Freeform: Shape 253"/>
              <p:cNvSpPr/>
              <p:nvPr/>
            </p:nvSpPr>
            <p:spPr>
              <a:xfrm>
                <a:off x="5517000" y="4276080"/>
                <a:ext cx="208080" cy="407880"/>
              </a:xfrm>
              <a:custGeom>
                <a:avLst/>
                <a:gdLst>
                  <a:gd name="textAreaLeft" fmla="*/ 0 w 208080"/>
                  <a:gd name="textAreaRight" fmla="*/ 208440 w 208080"/>
                  <a:gd name="textAreaTop" fmla="*/ 0 h 407880"/>
                  <a:gd name="textAreaBottom" fmla="*/ 408240 h 407880"/>
                </a:gdLst>
                <a:ahLst/>
                <a:rect l="textAreaLeft" t="textAreaTop" r="textAreaRight" b="textAreaBottom"/>
                <a:pathLst>
                  <a:path w="265165" h="519052">
                    <a:moveTo>
                      <a:pt x="178869" y="519053"/>
                    </a:moveTo>
                    <a:lnTo>
                      <a:pt x="80759" y="519053"/>
                    </a:lnTo>
                    <a:lnTo>
                      <a:pt x="59838" y="265166"/>
                    </a:lnTo>
                    <a:lnTo>
                      <a:pt x="0" y="265166"/>
                    </a:lnTo>
                    <a:lnTo>
                      <a:pt x="0" y="0"/>
                    </a:lnTo>
                    <a:lnTo>
                      <a:pt x="265166" y="0"/>
                    </a:lnTo>
                    <a:lnTo>
                      <a:pt x="265166" y="265166"/>
                    </a:lnTo>
                    <a:lnTo>
                      <a:pt x="199808" y="265166"/>
                    </a:lnTo>
                    <a:lnTo>
                      <a:pt x="178869" y="519053"/>
                    </a:lnTo>
                    <a:close/>
                    <a:moveTo>
                      <a:pt x="91136" y="507755"/>
                    </a:moveTo>
                    <a:lnTo>
                      <a:pt x="168472" y="507755"/>
                    </a:lnTo>
                    <a:lnTo>
                      <a:pt x="189394" y="253868"/>
                    </a:lnTo>
                    <a:lnTo>
                      <a:pt x="253868" y="253868"/>
                    </a:lnTo>
                    <a:lnTo>
                      <a:pt x="253868" y="11279"/>
                    </a:lnTo>
                    <a:lnTo>
                      <a:pt x="11279" y="11279"/>
                    </a:lnTo>
                    <a:lnTo>
                      <a:pt x="11279" y="253868"/>
                    </a:lnTo>
                    <a:lnTo>
                      <a:pt x="70215" y="253868"/>
                    </a:lnTo>
                    <a:lnTo>
                      <a:pt x="91136" y="507755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38" name="Freeform: Shape 254"/>
              <p:cNvSpPr/>
              <p:nvPr/>
            </p:nvSpPr>
            <p:spPr>
              <a:xfrm>
                <a:off x="5800320" y="4276080"/>
                <a:ext cx="182880" cy="407880"/>
              </a:xfrm>
              <a:custGeom>
                <a:avLst/>
                <a:gdLst>
                  <a:gd name="textAreaLeft" fmla="*/ 0 w 182880"/>
                  <a:gd name="textAreaRight" fmla="*/ 183240 w 182880"/>
                  <a:gd name="textAreaTop" fmla="*/ 0 h 407880"/>
                  <a:gd name="textAreaBottom" fmla="*/ 408240 h 407880"/>
                </a:gdLst>
                <a:ahLst/>
                <a:rect l="textAreaLeft" t="textAreaTop" r="textAreaRight" b="textAreaBottom"/>
                <a:pathLst>
                  <a:path w="233241" h="519052">
                    <a:moveTo>
                      <a:pt x="165676" y="519053"/>
                    </a:moveTo>
                    <a:lnTo>
                      <a:pt x="67584" y="519053"/>
                    </a:lnTo>
                    <a:lnTo>
                      <a:pt x="56893" y="394924"/>
                    </a:lnTo>
                    <a:lnTo>
                      <a:pt x="0" y="394924"/>
                    </a:lnTo>
                    <a:lnTo>
                      <a:pt x="33176" y="0"/>
                    </a:lnTo>
                    <a:lnTo>
                      <a:pt x="200084" y="0"/>
                    </a:lnTo>
                    <a:lnTo>
                      <a:pt x="200507" y="5170"/>
                    </a:lnTo>
                    <a:lnTo>
                      <a:pt x="233241" y="394924"/>
                    </a:lnTo>
                    <a:lnTo>
                      <a:pt x="176348" y="394924"/>
                    </a:lnTo>
                    <a:lnTo>
                      <a:pt x="165676" y="519053"/>
                    </a:lnTo>
                    <a:close/>
                    <a:moveTo>
                      <a:pt x="77943" y="507755"/>
                    </a:moveTo>
                    <a:lnTo>
                      <a:pt x="155316" y="507755"/>
                    </a:lnTo>
                    <a:lnTo>
                      <a:pt x="166007" y="383627"/>
                    </a:lnTo>
                    <a:lnTo>
                      <a:pt x="220987" y="383627"/>
                    </a:lnTo>
                    <a:lnTo>
                      <a:pt x="189706" y="11261"/>
                    </a:lnTo>
                    <a:lnTo>
                      <a:pt x="43553" y="11261"/>
                    </a:lnTo>
                    <a:lnTo>
                      <a:pt x="12273" y="383627"/>
                    </a:lnTo>
                    <a:lnTo>
                      <a:pt x="67253" y="383627"/>
                    </a:lnTo>
                    <a:lnTo>
                      <a:pt x="77943" y="507755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39" name="Freeform: Shape 255"/>
              <p:cNvSpPr/>
              <p:nvPr/>
            </p:nvSpPr>
            <p:spPr>
              <a:xfrm>
                <a:off x="5553000" y="4104000"/>
                <a:ext cx="132840" cy="132840"/>
              </a:xfrm>
              <a:custGeom>
                <a:avLst/>
                <a:gdLst>
                  <a:gd name="textAreaLeft" fmla="*/ 0 w 132840"/>
                  <a:gd name="textAreaRight" fmla="*/ 133200 w 132840"/>
                  <a:gd name="textAreaTop" fmla="*/ 0 h 132840"/>
                  <a:gd name="textAreaBottom" fmla="*/ 133200 h 132840"/>
                </a:gdLst>
                <a:ahLst/>
                <a:rect l="textAreaLeft" t="textAreaTop" r="textAreaRight" b="textAreaBottom"/>
                <a:pathLst>
                  <a:path w="169521" h="169539">
                    <a:moveTo>
                      <a:pt x="84770" y="169540"/>
                    </a:moveTo>
                    <a:cubicBezTo>
                      <a:pt x="38033" y="169540"/>
                      <a:pt x="0" y="131525"/>
                      <a:pt x="0" y="84770"/>
                    </a:cubicBezTo>
                    <a:cubicBezTo>
                      <a:pt x="0" y="38015"/>
                      <a:pt x="38033" y="0"/>
                      <a:pt x="84770" y="0"/>
                    </a:cubicBezTo>
                    <a:cubicBezTo>
                      <a:pt x="131507" y="0"/>
                      <a:pt x="169521" y="38015"/>
                      <a:pt x="169521" y="84770"/>
                    </a:cubicBezTo>
                    <a:cubicBezTo>
                      <a:pt x="169521" y="131525"/>
                      <a:pt x="131507" y="169540"/>
                      <a:pt x="84770" y="169540"/>
                    </a:cubicBezTo>
                    <a:close/>
                    <a:moveTo>
                      <a:pt x="84770" y="11298"/>
                    </a:moveTo>
                    <a:cubicBezTo>
                      <a:pt x="44253" y="11298"/>
                      <a:pt x="11298" y="44253"/>
                      <a:pt x="11298" y="84770"/>
                    </a:cubicBezTo>
                    <a:cubicBezTo>
                      <a:pt x="11298" y="125287"/>
                      <a:pt x="44253" y="158242"/>
                      <a:pt x="84770" y="158242"/>
                    </a:cubicBezTo>
                    <a:cubicBezTo>
                      <a:pt x="125287" y="158242"/>
                      <a:pt x="158242" y="125287"/>
                      <a:pt x="158242" y="84770"/>
                    </a:cubicBezTo>
                    <a:cubicBezTo>
                      <a:pt x="158242" y="44253"/>
                      <a:pt x="125287" y="11298"/>
                      <a:pt x="84770" y="1129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40" name="Freeform: Shape 256"/>
              <p:cNvSpPr/>
              <p:nvPr/>
            </p:nvSpPr>
            <p:spPr>
              <a:xfrm>
                <a:off x="5825520" y="4104000"/>
                <a:ext cx="132840" cy="132840"/>
              </a:xfrm>
              <a:custGeom>
                <a:avLst/>
                <a:gdLst>
                  <a:gd name="textAreaLeft" fmla="*/ 0 w 132840"/>
                  <a:gd name="textAreaRight" fmla="*/ 133200 w 132840"/>
                  <a:gd name="textAreaTop" fmla="*/ 0 h 132840"/>
                  <a:gd name="textAreaBottom" fmla="*/ 133200 h 132840"/>
                </a:gdLst>
                <a:ahLst/>
                <a:rect l="textAreaLeft" t="textAreaTop" r="textAreaRight" b="textAreaBottom"/>
                <a:pathLst>
                  <a:path w="169539" h="169539">
                    <a:moveTo>
                      <a:pt x="84770" y="169540"/>
                    </a:moveTo>
                    <a:cubicBezTo>
                      <a:pt x="38033" y="169540"/>
                      <a:pt x="0" y="131525"/>
                      <a:pt x="0" y="84770"/>
                    </a:cubicBezTo>
                    <a:cubicBezTo>
                      <a:pt x="0" y="38015"/>
                      <a:pt x="38033" y="0"/>
                      <a:pt x="84770" y="0"/>
                    </a:cubicBezTo>
                    <a:cubicBezTo>
                      <a:pt x="131507" y="0"/>
                      <a:pt x="169540" y="38015"/>
                      <a:pt x="169540" y="84770"/>
                    </a:cubicBezTo>
                    <a:cubicBezTo>
                      <a:pt x="169540" y="131525"/>
                      <a:pt x="131507" y="169540"/>
                      <a:pt x="84770" y="169540"/>
                    </a:cubicBezTo>
                    <a:close/>
                    <a:moveTo>
                      <a:pt x="84770" y="11298"/>
                    </a:moveTo>
                    <a:cubicBezTo>
                      <a:pt x="44253" y="11298"/>
                      <a:pt x="11298" y="44253"/>
                      <a:pt x="11298" y="84770"/>
                    </a:cubicBezTo>
                    <a:cubicBezTo>
                      <a:pt x="11298" y="125287"/>
                      <a:pt x="44253" y="158242"/>
                      <a:pt x="84770" y="158242"/>
                    </a:cubicBezTo>
                    <a:cubicBezTo>
                      <a:pt x="125287" y="158242"/>
                      <a:pt x="158242" y="125287"/>
                      <a:pt x="158242" y="84770"/>
                    </a:cubicBezTo>
                    <a:cubicBezTo>
                      <a:pt x="158242" y="44253"/>
                      <a:pt x="125287" y="11298"/>
                      <a:pt x="84770" y="1129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  <p:sp>
          <p:nvSpPr>
            <p:cNvPr id="441" name="Freeform: Shape 257"/>
            <p:cNvSpPr/>
            <p:nvPr/>
          </p:nvSpPr>
          <p:spPr>
            <a:xfrm>
              <a:off x="5468040" y="4675320"/>
              <a:ext cx="567360" cy="8640"/>
            </a:xfrm>
            <a:custGeom>
              <a:avLst/>
              <a:gdLst>
                <a:gd name="textAreaLeft" fmla="*/ 0 w 567360"/>
                <a:gd name="textAreaRight" fmla="*/ 567720 w 567360"/>
                <a:gd name="textAreaTop" fmla="*/ 0 h 8640"/>
                <a:gd name="textAreaBottom" fmla="*/ 9000 h 8640"/>
              </a:gdLst>
              <a:ahLst/>
              <a:rect l="textAreaLeft" t="textAreaTop" r="textAreaRight" b="textAreaBottom"/>
              <a:pathLst>
                <a:path w="722154" h="11279">
                  <a:moveTo>
                    <a:pt x="0" y="0"/>
                  </a:moveTo>
                  <a:lnTo>
                    <a:pt x="722154" y="0"/>
                  </a:lnTo>
                  <a:lnTo>
                    <a:pt x="722154" y="11279"/>
                  </a:lnTo>
                  <a:lnTo>
                    <a:pt x="0" y="11279"/>
                  </a:ln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0" bIns="-36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</p:grpSp>
      <p:grpSp>
        <p:nvGrpSpPr>
          <p:cNvPr id="442" name="Graphic 228"/>
          <p:cNvGrpSpPr/>
          <p:nvPr/>
        </p:nvGrpSpPr>
        <p:grpSpPr>
          <a:xfrm>
            <a:off x="4165920" y="4102920"/>
            <a:ext cx="567360" cy="812880"/>
            <a:chOff x="4165920" y="4102920"/>
            <a:chExt cx="567360" cy="812880"/>
          </a:xfrm>
        </p:grpSpPr>
        <p:grpSp>
          <p:nvGrpSpPr>
            <p:cNvPr id="443" name="Graphic 228"/>
            <p:cNvGrpSpPr/>
            <p:nvPr/>
          </p:nvGrpSpPr>
          <p:grpSpPr>
            <a:xfrm>
              <a:off x="4257000" y="4818600"/>
              <a:ext cx="386640" cy="97200"/>
              <a:chOff x="4257000" y="4818600"/>
              <a:chExt cx="386640" cy="97200"/>
            </a:xfrm>
          </p:grpSpPr>
          <p:sp>
            <p:nvSpPr>
              <p:cNvPr id="444" name="Freeform: Shape 260"/>
              <p:cNvSpPr/>
              <p:nvPr/>
            </p:nvSpPr>
            <p:spPr>
              <a:xfrm>
                <a:off x="4257000" y="4820760"/>
                <a:ext cx="61920" cy="92880"/>
              </a:xfrm>
              <a:custGeom>
                <a:avLst/>
                <a:gdLst>
                  <a:gd name="textAreaLeft" fmla="*/ 0 w 61920"/>
                  <a:gd name="textAreaRight" fmla="*/ 62280 w 6192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79378" h="118497">
                    <a:moveTo>
                      <a:pt x="79360" y="28281"/>
                    </a:moveTo>
                    <a:lnTo>
                      <a:pt x="66498" y="28281"/>
                    </a:lnTo>
                    <a:lnTo>
                      <a:pt x="66498" y="11187"/>
                    </a:lnTo>
                    <a:lnTo>
                      <a:pt x="28760" y="11187"/>
                    </a:lnTo>
                    <a:lnTo>
                      <a:pt x="28760" y="53508"/>
                    </a:lnTo>
                    <a:lnTo>
                      <a:pt x="65818" y="53508"/>
                    </a:lnTo>
                    <a:lnTo>
                      <a:pt x="65818" y="65358"/>
                    </a:lnTo>
                    <a:lnTo>
                      <a:pt x="28760" y="65358"/>
                    </a:lnTo>
                    <a:lnTo>
                      <a:pt x="28760" y="107329"/>
                    </a:lnTo>
                    <a:lnTo>
                      <a:pt x="46534" y="107329"/>
                    </a:lnTo>
                    <a:lnTo>
                      <a:pt x="46534" y="118498"/>
                    </a:lnTo>
                    <a:lnTo>
                      <a:pt x="0" y="118498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79379" y="0"/>
                    </a:lnTo>
                    <a:lnTo>
                      <a:pt x="79379" y="28281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45" name="Freeform: Shape 261"/>
              <p:cNvSpPr/>
              <p:nvPr/>
            </p:nvSpPr>
            <p:spPr>
              <a:xfrm>
                <a:off x="4335840" y="4818600"/>
                <a:ext cx="91080" cy="97200"/>
              </a:xfrm>
              <a:custGeom>
                <a:avLst/>
                <a:gdLst>
                  <a:gd name="textAreaLeft" fmla="*/ 0 w 91080"/>
                  <a:gd name="textAreaRight" fmla="*/ 91440 w 91080"/>
                  <a:gd name="textAreaTop" fmla="*/ 0 h 97200"/>
                  <a:gd name="textAreaBottom" fmla="*/ 97560 h 97200"/>
                </a:gdLst>
                <a:ahLst/>
                <a:rect l="textAreaLeft" t="textAreaTop" r="textAreaRight" b="textAreaBottom"/>
                <a:pathLst>
                  <a:path w="116105" h="123888">
                    <a:moveTo>
                      <a:pt x="0" y="60923"/>
                    </a:moveTo>
                    <a:cubicBezTo>
                      <a:pt x="0" y="26901"/>
                      <a:pt x="23184" y="0"/>
                      <a:pt x="58053" y="0"/>
                    </a:cubicBezTo>
                    <a:cubicBezTo>
                      <a:pt x="92921" y="0"/>
                      <a:pt x="116105" y="26920"/>
                      <a:pt x="116105" y="60923"/>
                    </a:cubicBezTo>
                    <a:cubicBezTo>
                      <a:pt x="116105" y="95957"/>
                      <a:pt x="93602" y="123889"/>
                      <a:pt x="58053" y="123889"/>
                    </a:cubicBezTo>
                    <a:cubicBezTo>
                      <a:pt x="22503" y="123870"/>
                      <a:pt x="0" y="95957"/>
                      <a:pt x="0" y="60923"/>
                    </a:cubicBezTo>
                    <a:close/>
                    <a:moveTo>
                      <a:pt x="100870" y="60923"/>
                    </a:moveTo>
                    <a:cubicBezTo>
                      <a:pt x="100870" y="32826"/>
                      <a:pt x="84292" y="12862"/>
                      <a:pt x="58053" y="12862"/>
                    </a:cubicBezTo>
                    <a:cubicBezTo>
                      <a:pt x="31814" y="12862"/>
                      <a:pt x="15235" y="32826"/>
                      <a:pt x="15235" y="60923"/>
                    </a:cubicBezTo>
                    <a:cubicBezTo>
                      <a:pt x="15235" y="89701"/>
                      <a:pt x="31814" y="111027"/>
                      <a:pt x="58053" y="111027"/>
                    </a:cubicBezTo>
                    <a:cubicBezTo>
                      <a:pt x="84273" y="111009"/>
                      <a:pt x="100870" y="89683"/>
                      <a:pt x="100870" y="6092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46" name="Freeform: Shape 262"/>
              <p:cNvSpPr/>
              <p:nvPr/>
            </p:nvSpPr>
            <p:spPr>
              <a:xfrm>
                <a:off x="4449600" y="4818600"/>
                <a:ext cx="91080" cy="97200"/>
              </a:xfrm>
              <a:custGeom>
                <a:avLst/>
                <a:gdLst>
                  <a:gd name="textAreaLeft" fmla="*/ 0 w 91080"/>
                  <a:gd name="textAreaRight" fmla="*/ 91440 w 91080"/>
                  <a:gd name="textAreaTop" fmla="*/ 0 h 97200"/>
                  <a:gd name="textAreaBottom" fmla="*/ 97560 h 97200"/>
                </a:gdLst>
                <a:ahLst/>
                <a:rect l="textAreaLeft" t="textAreaTop" r="textAreaRight" b="textAreaBottom"/>
                <a:pathLst>
                  <a:path w="116105" h="123888">
                    <a:moveTo>
                      <a:pt x="0" y="60923"/>
                    </a:moveTo>
                    <a:cubicBezTo>
                      <a:pt x="0" y="26901"/>
                      <a:pt x="23184" y="0"/>
                      <a:pt x="58053" y="0"/>
                    </a:cubicBezTo>
                    <a:cubicBezTo>
                      <a:pt x="92921" y="0"/>
                      <a:pt x="116105" y="26920"/>
                      <a:pt x="116105" y="60923"/>
                    </a:cubicBezTo>
                    <a:cubicBezTo>
                      <a:pt x="116105" y="95957"/>
                      <a:pt x="93602" y="123889"/>
                      <a:pt x="58053" y="123889"/>
                    </a:cubicBezTo>
                    <a:cubicBezTo>
                      <a:pt x="22503" y="123870"/>
                      <a:pt x="0" y="95957"/>
                      <a:pt x="0" y="60923"/>
                    </a:cubicBezTo>
                    <a:close/>
                    <a:moveTo>
                      <a:pt x="100870" y="60923"/>
                    </a:moveTo>
                    <a:cubicBezTo>
                      <a:pt x="100870" y="32826"/>
                      <a:pt x="84291" y="12862"/>
                      <a:pt x="58053" y="12862"/>
                    </a:cubicBezTo>
                    <a:cubicBezTo>
                      <a:pt x="31814" y="12862"/>
                      <a:pt x="15235" y="32826"/>
                      <a:pt x="15235" y="60923"/>
                    </a:cubicBezTo>
                    <a:cubicBezTo>
                      <a:pt x="15235" y="89701"/>
                      <a:pt x="31814" y="111027"/>
                      <a:pt x="58053" y="111027"/>
                    </a:cubicBezTo>
                    <a:cubicBezTo>
                      <a:pt x="84291" y="111027"/>
                      <a:pt x="100870" y="89683"/>
                      <a:pt x="100870" y="6092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47" name="Freeform: Shape 263"/>
              <p:cNvSpPr/>
              <p:nvPr/>
            </p:nvSpPr>
            <p:spPr>
              <a:xfrm>
                <a:off x="4562280" y="4820760"/>
                <a:ext cx="81360" cy="9288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04090" h="118479">
                    <a:moveTo>
                      <a:pt x="104090" y="58899"/>
                    </a:moveTo>
                    <a:cubicBezTo>
                      <a:pt x="104090" y="95111"/>
                      <a:pt x="82764" y="118479"/>
                      <a:pt x="46203" y="118479"/>
                    </a:cubicBez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5191" y="0"/>
                    </a:lnTo>
                    <a:cubicBezTo>
                      <a:pt x="81072" y="18"/>
                      <a:pt x="104090" y="22522"/>
                      <a:pt x="104090" y="58899"/>
                    </a:cubicBezTo>
                    <a:close/>
                    <a:moveTo>
                      <a:pt x="88873" y="58402"/>
                    </a:moveTo>
                    <a:cubicBezTo>
                      <a:pt x="88873" y="28097"/>
                      <a:pt x="70933" y="11187"/>
                      <a:pt x="42670" y="11187"/>
                    </a:cubicBezTo>
                    <a:lnTo>
                      <a:pt x="28796" y="11187"/>
                    </a:lnTo>
                    <a:lnTo>
                      <a:pt x="28796" y="107329"/>
                    </a:lnTo>
                    <a:lnTo>
                      <a:pt x="43866" y="107329"/>
                    </a:lnTo>
                    <a:cubicBezTo>
                      <a:pt x="72626" y="107310"/>
                      <a:pt x="88873" y="90382"/>
                      <a:pt x="88873" y="5840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  <p:sp>
          <p:nvSpPr>
            <p:cNvPr id="448" name="Freeform: Shape 264"/>
            <p:cNvSpPr/>
            <p:nvPr/>
          </p:nvSpPr>
          <p:spPr>
            <a:xfrm>
              <a:off x="4165920" y="4674960"/>
              <a:ext cx="567360" cy="8640"/>
            </a:xfrm>
            <a:custGeom>
              <a:avLst/>
              <a:gdLst>
                <a:gd name="textAreaLeft" fmla="*/ 0 w 567360"/>
                <a:gd name="textAreaRight" fmla="*/ 567720 w 567360"/>
                <a:gd name="textAreaTop" fmla="*/ 0 h 8640"/>
                <a:gd name="textAreaBottom" fmla="*/ 9000 h 8640"/>
              </a:gdLst>
              <a:ahLst/>
              <a:rect l="textAreaLeft" t="textAreaTop" r="textAreaRight" b="textAreaBottom"/>
              <a:pathLst>
                <a:path w="722154" h="11279">
                  <a:moveTo>
                    <a:pt x="0" y="0"/>
                  </a:moveTo>
                  <a:lnTo>
                    <a:pt x="722154" y="0"/>
                  </a:lnTo>
                  <a:lnTo>
                    <a:pt x="722154" y="11279"/>
                  </a:lnTo>
                  <a:lnTo>
                    <a:pt x="0" y="11279"/>
                  </a:ln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0" bIns="-36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449" name="Freeform: Shape 265"/>
            <p:cNvSpPr/>
            <p:nvPr/>
          </p:nvSpPr>
          <p:spPr>
            <a:xfrm>
              <a:off x="4538520" y="4338000"/>
              <a:ext cx="106200" cy="19908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199080"/>
                <a:gd name="textAreaBottom" fmla="*/ 199440 h 199080"/>
              </a:gdLst>
              <a:ahLst/>
              <a:rect l="textAreaLeft" t="textAreaTop" r="textAreaRight" b="textAreaBottom"/>
              <a:pathLst>
                <a:path w="135407" h="253868">
                  <a:moveTo>
                    <a:pt x="135407" y="253868"/>
                  </a:moveTo>
                  <a:lnTo>
                    <a:pt x="0" y="253868"/>
                  </a:lnTo>
                  <a:lnTo>
                    <a:pt x="0" y="0"/>
                  </a:lnTo>
                  <a:lnTo>
                    <a:pt x="135407" y="0"/>
                  </a:lnTo>
                  <a:lnTo>
                    <a:pt x="135407" y="253868"/>
                  </a:lnTo>
                  <a:close/>
                  <a:moveTo>
                    <a:pt x="11298" y="242589"/>
                  </a:moveTo>
                  <a:lnTo>
                    <a:pt x="124128" y="242589"/>
                  </a:lnTo>
                  <a:lnTo>
                    <a:pt x="124128" y="11279"/>
                  </a:lnTo>
                  <a:lnTo>
                    <a:pt x="11298" y="11279"/>
                  </a:lnTo>
                  <a:lnTo>
                    <a:pt x="11298" y="242589"/>
                  </a:ln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450" name="Freeform: Shape 266"/>
            <p:cNvSpPr/>
            <p:nvPr/>
          </p:nvSpPr>
          <p:spPr>
            <a:xfrm>
              <a:off x="4467600" y="4102920"/>
              <a:ext cx="128160" cy="57240"/>
            </a:xfrm>
            <a:custGeom>
              <a:avLst/>
              <a:gdLst>
                <a:gd name="textAreaLeft" fmla="*/ 0 w 128160"/>
                <a:gd name="textAreaRight" fmla="*/ 128520 w 128160"/>
                <a:gd name="textAreaTop" fmla="*/ 0 h 57240"/>
                <a:gd name="textAreaBottom" fmla="*/ 57600 h 57240"/>
              </a:gdLst>
              <a:ahLst/>
              <a:rect l="textAreaLeft" t="textAreaTop" r="textAreaRight" b="textAreaBottom"/>
              <a:pathLst>
                <a:path w="163614" h="73343">
                  <a:moveTo>
                    <a:pt x="148251" y="73343"/>
                  </a:moveTo>
                  <a:lnTo>
                    <a:pt x="15364" y="73343"/>
                  </a:lnTo>
                  <a:cubicBezTo>
                    <a:pt x="6882" y="73343"/>
                    <a:pt x="0" y="66443"/>
                    <a:pt x="0" y="57979"/>
                  </a:cubicBezTo>
                  <a:lnTo>
                    <a:pt x="0" y="15364"/>
                  </a:lnTo>
                  <a:cubicBezTo>
                    <a:pt x="0" y="6900"/>
                    <a:pt x="6900" y="0"/>
                    <a:pt x="15364" y="0"/>
                  </a:cubicBezTo>
                  <a:lnTo>
                    <a:pt x="148251" y="0"/>
                  </a:lnTo>
                  <a:cubicBezTo>
                    <a:pt x="156715" y="0"/>
                    <a:pt x="163615" y="6900"/>
                    <a:pt x="163615" y="15364"/>
                  </a:cubicBezTo>
                  <a:lnTo>
                    <a:pt x="163615" y="57979"/>
                  </a:lnTo>
                  <a:cubicBezTo>
                    <a:pt x="163615" y="66462"/>
                    <a:pt x="156715" y="73343"/>
                    <a:pt x="148251" y="73343"/>
                  </a:cubicBezTo>
                  <a:close/>
                  <a:moveTo>
                    <a:pt x="15364" y="11279"/>
                  </a:moveTo>
                  <a:cubicBezTo>
                    <a:pt x="13119" y="11279"/>
                    <a:pt x="11279" y="13101"/>
                    <a:pt x="11279" y="15364"/>
                  </a:cubicBezTo>
                  <a:lnTo>
                    <a:pt x="11279" y="57979"/>
                  </a:lnTo>
                  <a:cubicBezTo>
                    <a:pt x="11279" y="60224"/>
                    <a:pt x="13119" y="62064"/>
                    <a:pt x="15364" y="62064"/>
                  </a:cubicBezTo>
                  <a:lnTo>
                    <a:pt x="148251" y="62064"/>
                  </a:lnTo>
                  <a:cubicBezTo>
                    <a:pt x="150496" y="62064"/>
                    <a:pt x="152335" y="60242"/>
                    <a:pt x="152335" y="57979"/>
                  </a:cubicBezTo>
                  <a:lnTo>
                    <a:pt x="152335" y="15364"/>
                  </a:lnTo>
                  <a:cubicBezTo>
                    <a:pt x="152335" y="13119"/>
                    <a:pt x="150514" y="11279"/>
                    <a:pt x="148251" y="11279"/>
                  </a:cubicBezTo>
                  <a:lnTo>
                    <a:pt x="15364" y="11279"/>
                  </a:ln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600" bIns="126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451" name="Freeform: Shape 267"/>
            <p:cNvSpPr/>
            <p:nvPr/>
          </p:nvSpPr>
          <p:spPr>
            <a:xfrm>
              <a:off x="4418640" y="4151520"/>
              <a:ext cx="226080" cy="532080"/>
            </a:xfrm>
            <a:custGeom>
              <a:avLst/>
              <a:gdLst>
                <a:gd name="textAreaLeft" fmla="*/ 0 w 226080"/>
                <a:gd name="textAreaRight" fmla="*/ 226440 w 226080"/>
                <a:gd name="textAreaTop" fmla="*/ 0 h 532080"/>
                <a:gd name="textAreaBottom" fmla="*/ 532440 h 532080"/>
              </a:gdLst>
              <a:ahLst/>
              <a:rect l="textAreaLeft" t="textAreaTop" r="textAreaRight" b="textAreaBottom"/>
              <a:pathLst>
                <a:path w="287910" h="677018">
                  <a:moveTo>
                    <a:pt x="287743" y="564133"/>
                  </a:moveTo>
                  <a:lnTo>
                    <a:pt x="287743" y="209984"/>
                  </a:lnTo>
                  <a:cubicBezTo>
                    <a:pt x="287743" y="185033"/>
                    <a:pt x="280567" y="162235"/>
                    <a:pt x="267006" y="144092"/>
                  </a:cubicBezTo>
                  <a:lnTo>
                    <a:pt x="233389" y="98184"/>
                  </a:lnTo>
                  <a:cubicBezTo>
                    <a:pt x="220968" y="81568"/>
                    <a:pt x="214400" y="61107"/>
                    <a:pt x="214400" y="39009"/>
                  </a:cubicBezTo>
                  <a:lnTo>
                    <a:pt x="214400" y="0"/>
                  </a:lnTo>
                  <a:lnTo>
                    <a:pt x="73362" y="0"/>
                  </a:lnTo>
                  <a:lnTo>
                    <a:pt x="73362" y="39027"/>
                  </a:lnTo>
                  <a:cubicBezTo>
                    <a:pt x="73362" y="60758"/>
                    <a:pt x="66646" y="81219"/>
                    <a:pt x="53894" y="98276"/>
                  </a:cubicBezTo>
                  <a:lnTo>
                    <a:pt x="20792" y="144056"/>
                  </a:lnTo>
                  <a:cubicBezTo>
                    <a:pt x="7194" y="162235"/>
                    <a:pt x="0" y="185033"/>
                    <a:pt x="0" y="209984"/>
                  </a:cubicBezTo>
                  <a:lnTo>
                    <a:pt x="0" y="391355"/>
                  </a:lnTo>
                  <a:cubicBezTo>
                    <a:pt x="4011" y="397077"/>
                    <a:pt x="7728" y="403186"/>
                    <a:pt x="11279" y="409516"/>
                  </a:cubicBezTo>
                  <a:lnTo>
                    <a:pt x="11279" y="209984"/>
                  </a:lnTo>
                  <a:cubicBezTo>
                    <a:pt x="11279" y="187499"/>
                    <a:pt x="17683" y="167037"/>
                    <a:pt x="29882" y="150735"/>
                  </a:cubicBezTo>
                  <a:lnTo>
                    <a:pt x="62966" y="104955"/>
                  </a:lnTo>
                  <a:cubicBezTo>
                    <a:pt x="77134" y="86003"/>
                    <a:pt x="84623" y="63205"/>
                    <a:pt x="84623" y="39027"/>
                  </a:cubicBezTo>
                  <a:lnTo>
                    <a:pt x="84623" y="11279"/>
                  </a:lnTo>
                  <a:lnTo>
                    <a:pt x="203102" y="11279"/>
                  </a:lnTo>
                  <a:lnTo>
                    <a:pt x="203102" y="39009"/>
                  </a:lnTo>
                  <a:cubicBezTo>
                    <a:pt x="203102" y="63554"/>
                    <a:pt x="210444" y="86352"/>
                    <a:pt x="224299" y="104900"/>
                  </a:cubicBezTo>
                  <a:lnTo>
                    <a:pt x="257916" y="150808"/>
                  </a:lnTo>
                  <a:cubicBezTo>
                    <a:pt x="270024" y="167019"/>
                    <a:pt x="276445" y="187480"/>
                    <a:pt x="276445" y="209984"/>
                  </a:cubicBezTo>
                  <a:lnTo>
                    <a:pt x="276464" y="564556"/>
                  </a:lnTo>
                  <a:cubicBezTo>
                    <a:pt x="276500" y="565016"/>
                    <a:pt x="279481" y="610943"/>
                    <a:pt x="252028" y="640457"/>
                  </a:cubicBezTo>
                  <a:cubicBezTo>
                    <a:pt x="236425" y="657220"/>
                    <a:pt x="213811" y="665721"/>
                    <a:pt x="184812" y="665721"/>
                  </a:cubicBezTo>
                  <a:lnTo>
                    <a:pt x="103244" y="665721"/>
                  </a:lnTo>
                  <a:cubicBezTo>
                    <a:pt x="74245" y="665721"/>
                    <a:pt x="51594" y="657220"/>
                    <a:pt x="35936" y="640439"/>
                  </a:cubicBezTo>
                  <a:cubicBezTo>
                    <a:pt x="28465" y="632435"/>
                    <a:pt x="23276" y="623216"/>
                    <a:pt x="19615" y="614016"/>
                  </a:cubicBezTo>
                  <a:cubicBezTo>
                    <a:pt x="17259" y="617862"/>
                    <a:pt x="14775" y="621579"/>
                    <a:pt x="12144" y="625130"/>
                  </a:cubicBezTo>
                  <a:cubicBezTo>
                    <a:pt x="16008" y="633097"/>
                    <a:pt x="20995" y="640954"/>
                    <a:pt x="27619" y="648075"/>
                  </a:cubicBezTo>
                  <a:cubicBezTo>
                    <a:pt x="45485" y="667285"/>
                    <a:pt x="70933" y="677019"/>
                    <a:pt x="103225" y="677019"/>
                  </a:cubicBezTo>
                  <a:lnTo>
                    <a:pt x="184794" y="677019"/>
                  </a:lnTo>
                  <a:cubicBezTo>
                    <a:pt x="217086" y="677019"/>
                    <a:pt x="242515" y="667285"/>
                    <a:pt x="260327" y="648075"/>
                  </a:cubicBezTo>
                  <a:cubicBezTo>
                    <a:pt x="291165" y="614881"/>
                    <a:pt x="287890" y="565789"/>
                    <a:pt x="287743" y="564133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452" name="Freeform: Shape 268"/>
            <p:cNvSpPr/>
            <p:nvPr/>
          </p:nvSpPr>
          <p:spPr>
            <a:xfrm>
              <a:off x="4257000" y="4414680"/>
              <a:ext cx="200160" cy="271080"/>
            </a:xfrm>
            <a:custGeom>
              <a:avLst/>
              <a:gdLst>
                <a:gd name="textAreaLeft" fmla="*/ 0 w 200160"/>
                <a:gd name="textAreaRight" fmla="*/ 200520 w 200160"/>
                <a:gd name="textAreaTop" fmla="*/ 0 h 271080"/>
                <a:gd name="textAreaBottom" fmla="*/ 271440 h 271080"/>
              </a:gdLst>
              <a:ahLst/>
              <a:rect l="textAreaLeft" t="textAreaTop" r="textAreaRight" b="textAreaBottom"/>
              <a:pathLst>
                <a:path w="254806" h="345170">
                  <a:moveTo>
                    <a:pt x="127403" y="345170"/>
                  </a:moveTo>
                  <a:cubicBezTo>
                    <a:pt x="57151" y="345170"/>
                    <a:pt x="0" y="276574"/>
                    <a:pt x="0" y="192227"/>
                  </a:cubicBezTo>
                  <a:cubicBezTo>
                    <a:pt x="0" y="105691"/>
                    <a:pt x="58789" y="0"/>
                    <a:pt x="127403" y="0"/>
                  </a:cubicBezTo>
                  <a:cubicBezTo>
                    <a:pt x="196018" y="0"/>
                    <a:pt x="254807" y="105709"/>
                    <a:pt x="254807" y="192227"/>
                  </a:cubicBezTo>
                  <a:cubicBezTo>
                    <a:pt x="254807" y="276574"/>
                    <a:pt x="197655" y="345170"/>
                    <a:pt x="127403" y="345170"/>
                  </a:cubicBezTo>
                  <a:close/>
                  <a:moveTo>
                    <a:pt x="127403" y="11298"/>
                  </a:moveTo>
                  <a:cubicBezTo>
                    <a:pt x="64861" y="11298"/>
                    <a:pt x="11279" y="110788"/>
                    <a:pt x="11279" y="192246"/>
                  </a:cubicBezTo>
                  <a:cubicBezTo>
                    <a:pt x="11279" y="270355"/>
                    <a:pt x="63370" y="333891"/>
                    <a:pt x="127403" y="333891"/>
                  </a:cubicBezTo>
                  <a:cubicBezTo>
                    <a:pt x="191436" y="333891"/>
                    <a:pt x="243527" y="270355"/>
                    <a:pt x="243527" y="192246"/>
                  </a:cubicBezTo>
                  <a:cubicBezTo>
                    <a:pt x="243527" y="110788"/>
                    <a:pt x="189927" y="11298"/>
                    <a:pt x="127403" y="11298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</p:grpSp>
      <p:grpSp>
        <p:nvGrpSpPr>
          <p:cNvPr id="453" name="Graphic 228"/>
          <p:cNvGrpSpPr/>
          <p:nvPr/>
        </p:nvGrpSpPr>
        <p:grpSpPr>
          <a:xfrm>
            <a:off x="2356920" y="4103640"/>
            <a:ext cx="1082880" cy="812160"/>
            <a:chOff x="2356920" y="4103640"/>
            <a:chExt cx="1082880" cy="812160"/>
          </a:xfrm>
        </p:grpSpPr>
        <p:grpSp>
          <p:nvGrpSpPr>
            <p:cNvPr id="454" name="Graphic 228"/>
            <p:cNvGrpSpPr/>
            <p:nvPr/>
          </p:nvGrpSpPr>
          <p:grpSpPr>
            <a:xfrm>
              <a:off x="2356920" y="4818600"/>
              <a:ext cx="1082880" cy="97200"/>
              <a:chOff x="2356920" y="4818600"/>
              <a:chExt cx="1082880" cy="97200"/>
            </a:xfrm>
          </p:grpSpPr>
          <p:sp>
            <p:nvSpPr>
              <p:cNvPr id="455" name="Freeform: Shape 271"/>
              <p:cNvSpPr/>
              <p:nvPr/>
            </p:nvSpPr>
            <p:spPr>
              <a:xfrm>
                <a:off x="2356920" y="4820760"/>
                <a:ext cx="61200" cy="9288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78201" h="118479">
                    <a:moveTo>
                      <a:pt x="78201" y="87843"/>
                    </a:moveTo>
                    <a:lnTo>
                      <a:pt x="78201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77851" y="0"/>
                    </a:lnTo>
                    <a:lnTo>
                      <a:pt x="77851" y="28263"/>
                    </a:lnTo>
                    <a:lnTo>
                      <a:pt x="64990" y="28263"/>
                    </a:lnTo>
                    <a:lnTo>
                      <a:pt x="64990" y="11169"/>
                    </a:lnTo>
                    <a:lnTo>
                      <a:pt x="28778" y="11169"/>
                    </a:lnTo>
                    <a:lnTo>
                      <a:pt x="28778" y="50766"/>
                    </a:lnTo>
                    <a:lnTo>
                      <a:pt x="64824" y="50766"/>
                    </a:lnTo>
                    <a:lnTo>
                      <a:pt x="64824" y="62616"/>
                    </a:lnTo>
                    <a:lnTo>
                      <a:pt x="28778" y="62616"/>
                    </a:lnTo>
                    <a:lnTo>
                      <a:pt x="28778" y="107292"/>
                    </a:lnTo>
                    <a:lnTo>
                      <a:pt x="65339" y="107292"/>
                    </a:lnTo>
                    <a:lnTo>
                      <a:pt x="65339" y="87824"/>
                    </a:lnTo>
                    <a:lnTo>
                      <a:pt x="78201" y="87824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56" name="Freeform: Shape 272"/>
              <p:cNvSpPr/>
              <p:nvPr/>
            </p:nvSpPr>
            <p:spPr>
              <a:xfrm>
                <a:off x="2440080" y="4820760"/>
                <a:ext cx="95760" cy="92880"/>
              </a:xfrm>
              <a:custGeom>
                <a:avLst/>
                <a:gdLst>
                  <a:gd name="textAreaLeft" fmla="*/ 0 w 95760"/>
                  <a:gd name="textAreaRight" fmla="*/ 96120 w 957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22196" h="118479">
                    <a:moveTo>
                      <a:pt x="122196" y="11169"/>
                    </a:moveTo>
                    <a:lnTo>
                      <a:pt x="107641" y="11169"/>
                    </a:lnTo>
                    <a:lnTo>
                      <a:pt x="107641" y="118479"/>
                    </a:lnTo>
                    <a:lnTo>
                      <a:pt x="92572" y="118479"/>
                    </a:lnTo>
                    <a:lnTo>
                      <a:pt x="27416" y="21160"/>
                    </a:lnTo>
                    <a:lnTo>
                      <a:pt x="27416" y="107310"/>
                    </a:lnTo>
                    <a:lnTo>
                      <a:pt x="41971" y="107310"/>
                    </a:lnTo>
                    <a:lnTo>
                      <a:pt x="41971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29275" y="0"/>
                    </a:lnTo>
                    <a:lnTo>
                      <a:pt x="94780" y="96988"/>
                    </a:lnTo>
                    <a:lnTo>
                      <a:pt x="94780" y="11169"/>
                    </a:lnTo>
                    <a:lnTo>
                      <a:pt x="80225" y="11169"/>
                    </a:lnTo>
                    <a:lnTo>
                      <a:pt x="80225" y="0"/>
                    </a:lnTo>
                    <a:lnTo>
                      <a:pt x="122196" y="0"/>
                    </a:lnTo>
                    <a:lnTo>
                      <a:pt x="122196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57" name="Freeform: Shape 273"/>
              <p:cNvSpPr/>
              <p:nvPr/>
            </p:nvSpPr>
            <p:spPr>
              <a:xfrm>
                <a:off x="2550960" y="4820760"/>
                <a:ext cx="92880" cy="93240"/>
              </a:xfrm>
              <a:custGeom>
                <a:avLst/>
                <a:gdLst>
                  <a:gd name="textAreaLeft" fmla="*/ 0 w 92880"/>
                  <a:gd name="textAreaRight" fmla="*/ 93240 w 92880"/>
                  <a:gd name="textAreaTop" fmla="*/ 0 h 93240"/>
                  <a:gd name="textAreaBottom" fmla="*/ 93600 h 93240"/>
                </a:gdLst>
                <a:ahLst/>
                <a:rect l="textAreaLeft" t="textAreaTop" r="textAreaRight" b="textAreaBottom"/>
                <a:pathLst>
                  <a:path w="118644" h="119141">
                    <a:moveTo>
                      <a:pt x="118645" y="11169"/>
                    </a:moveTo>
                    <a:lnTo>
                      <a:pt x="105102" y="11169"/>
                    </a:lnTo>
                    <a:lnTo>
                      <a:pt x="67032" y="119142"/>
                    </a:lnTo>
                    <a:lnTo>
                      <a:pt x="51631" y="119142"/>
                    </a:lnTo>
                    <a:lnTo>
                      <a:pt x="13543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5706" y="0"/>
                    </a:lnTo>
                    <a:lnTo>
                      <a:pt x="45706" y="11169"/>
                    </a:lnTo>
                    <a:lnTo>
                      <a:pt x="28612" y="11169"/>
                    </a:lnTo>
                    <a:lnTo>
                      <a:pt x="59930" y="101385"/>
                    </a:lnTo>
                    <a:lnTo>
                      <a:pt x="90897" y="11169"/>
                    </a:lnTo>
                    <a:lnTo>
                      <a:pt x="73803" y="11169"/>
                    </a:lnTo>
                    <a:lnTo>
                      <a:pt x="73803" y="0"/>
                    </a:lnTo>
                    <a:lnTo>
                      <a:pt x="118645" y="0"/>
                    </a:lnTo>
                    <a:lnTo>
                      <a:pt x="118645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58" name="Freeform: Shape 274"/>
              <p:cNvSpPr/>
              <p:nvPr/>
            </p:nvSpPr>
            <p:spPr>
              <a:xfrm>
                <a:off x="2658960" y="4820760"/>
                <a:ext cx="33840" cy="92880"/>
              </a:xfrm>
              <a:custGeom>
                <a:avLst/>
                <a:gdLst>
                  <a:gd name="textAreaLeft" fmla="*/ 0 w 33840"/>
                  <a:gd name="textAreaRight" fmla="*/ 34200 w 3384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43332" h="118479">
                    <a:moveTo>
                      <a:pt x="28778" y="11169"/>
                    </a:moveTo>
                    <a:lnTo>
                      <a:pt x="28778" y="107310"/>
                    </a:lnTo>
                    <a:lnTo>
                      <a:pt x="43333" y="107310"/>
                    </a:lnTo>
                    <a:lnTo>
                      <a:pt x="4333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3333" y="0"/>
                    </a:lnTo>
                    <a:lnTo>
                      <a:pt x="43333" y="11169"/>
                    </a:lnTo>
                    <a:lnTo>
                      <a:pt x="28778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59" name="Freeform: Shape 275"/>
              <p:cNvSpPr/>
              <p:nvPr/>
            </p:nvSpPr>
            <p:spPr>
              <a:xfrm>
                <a:off x="2712960" y="4820760"/>
                <a:ext cx="77040" cy="92880"/>
              </a:xfrm>
              <a:custGeom>
                <a:avLst/>
                <a:gdLst>
                  <a:gd name="textAreaLeft" fmla="*/ 0 w 77040"/>
                  <a:gd name="textAreaRight" fmla="*/ 77400 w 7704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98330" h="118479">
                    <a:moveTo>
                      <a:pt x="98331" y="107310"/>
                    </a:moveTo>
                    <a:lnTo>
                      <a:pt x="98331" y="118479"/>
                    </a:lnTo>
                    <a:lnTo>
                      <a:pt x="73270" y="118479"/>
                    </a:lnTo>
                    <a:lnTo>
                      <a:pt x="44841" y="68044"/>
                    </a:lnTo>
                    <a:lnTo>
                      <a:pt x="28760" y="68044"/>
                    </a:lnTo>
                    <a:lnTo>
                      <a:pt x="28760" y="107310"/>
                    </a:lnTo>
                    <a:lnTo>
                      <a:pt x="42302" y="107310"/>
                    </a:lnTo>
                    <a:lnTo>
                      <a:pt x="42302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215" y="0"/>
                    </a:lnTo>
                    <a:cubicBezTo>
                      <a:pt x="66848" y="0"/>
                      <a:pt x="82764" y="14058"/>
                      <a:pt x="82764" y="32329"/>
                    </a:cubicBezTo>
                    <a:cubicBezTo>
                      <a:pt x="82764" y="47049"/>
                      <a:pt x="72773" y="59580"/>
                      <a:pt x="58568" y="64990"/>
                    </a:cubicBezTo>
                    <a:lnTo>
                      <a:pt x="83279" y="107310"/>
                    </a:lnTo>
                    <a:lnTo>
                      <a:pt x="98331" y="107310"/>
                    </a:lnTo>
                    <a:close/>
                    <a:moveTo>
                      <a:pt x="67860" y="32513"/>
                    </a:moveTo>
                    <a:cubicBezTo>
                      <a:pt x="67860" y="19320"/>
                      <a:pt x="58550" y="10856"/>
                      <a:pt x="45853" y="10856"/>
                    </a:cubicBezTo>
                    <a:lnTo>
                      <a:pt x="28760" y="10856"/>
                    </a:lnTo>
                    <a:lnTo>
                      <a:pt x="28760" y="57225"/>
                    </a:lnTo>
                    <a:lnTo>
                      <a:pt x="43829" y="57225"/>
                    </a:lnTo>
                    <a:cubicBezTo>
                      <a:pt x="58053" y="57206"/>
                      <a:pt x="67860" y="47730"/>
                      <a:pt x="67860" y="3251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60" name="Freeform: Shape 276"/>
              <p:cNvSpPr/>
              <p:nvPr/>
            </p:nvSpPr>
            <p:spPr>
              <a:xfrm>
                <a:off x="2804760" y="4818600"/>
                <a:ext cx="91080" cy="97200"/>
              </a:xfrm>
              <a:custGeom>
                <a:avLst/>
                <a:gdLst>
                  <a:gd name="textAreaLeft" fmla="*/ 0 w 91080"/>
                  <a:gd name="textAreaRight" fmla="*/ 91440 w 91080"/>
                  <a:gd name="textAreaTop" fmla="*/ 0 h 97200"/>
                  <a:gd name="textAreaBottom" fmla="*/ 97560 h 97200"/>
                </a:gdLst>
                <a:ahLst/>
                <a:rect l="textAreaLeft" t="textAreaTop" r="textAreaRight" b="textAreaBottom"/>
                <a:pathLst>
                  <a:path w="116105" h="123888">
                    <a:moveTo>
                      <a:pt x="0" y="60923"/>
                    </a:moveTo>
                    <a:cubicBezTo>
                      <a:pt x="0" y="26901"/>
                      <a:pt x="23184" y="0"/>
                      <a:pt x="58053" y="0"/>
                    </a:cubicBezTo>
                    <a:cubicBezTo>
                      <a:pt x="92921" y="0"/>
                      <a:pt x="116105" y="26920"/>
                      <a:pt x="116105" y="60923"/>
                    </a:cubicBezTo>
                    <a:cubicBezTo>
                      <a:pt x="116105" y="95957"/>
                      <a:pt x="93602" y="123889"/>
                      <a:pt x="58053" y="123889"/>
                    </a:cubicBezTo>
                    <a:cubicBezTo>
                      <a:pt x="22503" y="123889"/>
                      <a:pt x="0" y="95957"/>
                      <a:pt x="0" y="60923"/>
                    </a:cubicBezTo>
                    <a:close/>
                    <a:moveTo>
                      <a:pt x="100870" y="60923"/>
                    </a:moveTo>
                    <a:cubicBezTo>
                      <a:pt x="100870" y="32826"/>
                      <a:pt x="84292" y="12862"/>
                      <a:pt x="58053" y="12862"/>
                    </a:cubicBezTo>
                    <a:cubicBezTo>
                      <a:pt x="31814" y="12862"/>
                      <a:pt x="15235" y="32826"/>
                      <a:pt x="15235" y="60923"/>
                    </a:cubicBezTo>
                    <a:cubicBezTo>
                      <a:pt x="15235" y="89701"/>
                      <a:pt x="31814" y="111027"/>
                      <a:pt x="58053" y="111027"/>
                    </a:cubicBezTo>
                    <a:cubicBezTo>
                      <a:pt x="84292" y="111027"/>
                      <a:pt x="100870" y="89683"/>
                      <a:pt x="100870" y="6092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61" name="Freeform: Shape 277"/>
              <p:cNvSpPr/>
              <p:nvPr/>
            </p:nvSpPr>
            <p:spPr>
              <a:xfrm>
                <a:off x="2917080" y="4820760"/>
                <a:ext cx="95760" cy="92880"/>
              </a:xfrm>
              <a:custGeom>
                <a:avLst/>
                <a:gdLst>
                  <a:gd name="textAreaLeft" fmla="*/ 0 w 95760"/>
                  <a:gd name="textAreaRight" fmla="*/ 96120 w 957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22196" h="118479">
                    <a:moveTo>
                      <a:pt x="122196" y="11169"/>
                    </a:moveTo>
                    <a:lnTo>
                      <a:pt x="107641" y="11169"/>
                    </a:lnTo>
                    <a:lnTo>
                      <a:pt x="107641" y="118479"/>
                    </a:lnTo>
                    <a:lnTo>
                      <a:pt x="92572" y="118479"/>
                    </a:lnTo>
                    <a:lnTo>
                      <a:pt x="27416" y="21160"/>
                    </a:lnTo>
                    <a:lnTo>
                      <a:pt x="27416" y="107310"/>
                    </a:lnTo>
                    <a:lnTo>
                      <a:pt x="41971" y="107310"/>
                    </a:lnTo>
                    <a:lnTo>
                      <a:pt x="41971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29275" y="0"/>
                    </a:lnTo>
                    <a:lnTo>
                      <a:pt x="94780" y="96988"/>
                    </a:lnTo>
                    <a:lnTo>
                      <a:pt x="94780" y="11169"/>
                    </a:lnTo>
                    <a:lnTo>
                      <a:pt x="80225" y="11169"/>
                    </a:lnTo>
                    <a:lnTo>
                      <a:pt x="80225" y="0"/>
                    </a:lnTo>
                    <a:lnTo>
                      <a:pt x="122196" y="0"/>
                    </a:lnTo>
                    <a:lnTo>
                      <a:pt x="122196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62" name="Freeform: Shape 278"/>
              <p:cNvSpPr/>
              <p:nvPr/>
            </p:nvSpPr>
            <p:spPr>
              <a:xfrm>
                <a:off x="3033360" y="4820760"/>
                <a:ext cx="117000" cy="92880"/>
              </a:xfrm>
              <a:custGeom>
                <a:avLst/>
                <a:gdLst>
                  <a:gd name="textAreaLeft" fmla="*/ 0 w 117000"/>
                  <a:gd name="textAreaRight" fmla="*/ 117360 w 1170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49281" h="118479">
                    <a:moveTo>
                      <a:pt x="134727" y="11169"/>
                    </a:moveTo>
                    <a:lnTo>
                      <a:pt x="134727" y="107310"/>
                    </a:lnTo>
                    <a:lnTo>
                      <a:pt x="149281" y="107310"/>
                    </a:lnTo>
                    <a:lnTo>
                      <a:pt x="149281" y="118479"/>
                    </a:lnTo>
                    <a:lnTo>
                      <a:pt x="106629" y="118479"/>
                    </a:lnTo>
                    <a:lnTo>
                      <a:pt x="106629" y="107310"/>
                    </a:lnTo>
                    <a:lnTo>
                      <a:pt x="120853" y="107310"/>
                    </a:lnTo>
                    <a:lnTo>
                      <a:pt x="120853" y="16597"/>
                    </a:lnTo>
                    <a:lnTo>
                      <a:pt x="80740" y="106648"/>
                    </a:lnTo>
                    <a:lnTo>
                      <a:pt x="67529" y="106648"/>
                    </a:lnTo>
                    <a:lnTo>
                      <a:pt x="27416" y="16597"/>
                    </a:lnTo>
                    <a:lnTo>
                      <a:pt x="27416" y="107310"/>
                    </a:lnTo>
                    <a:lnTo>
                      <a:pt x="41640" y="107310"/>
                    </a:lnTo>
                    <a:lnTo>
                      <a:pt x="41640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33856" y="0"/>
                    </a:lnTo>
                    <a:lnTo>
                      <a:pt x="74981" y="89536"/>
                    </a:lnTo>
                    <a:lnTo>
                      <a:pt x="114928" y="0"/>
                    </a:lnTo>
                    <a:lnTo>
                      <a:pt x="149281" y="0"/>
                    </a:lnTo>
                    <a:lnTo>
                      <a:pt x="149281" y="11169"/>
                    </a:lnTo>
                    <a:lnTo>
                      <a:pt x="134727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63" name="Freeform: Shape 279"/>
              <p:cNvSpPr/>
              <p:nvPr/>
            </p:nvSpPr>
            <p:spPr>
              <a:xfrm>
                <a:off x="3170520" y="4820760"/>
                <a:ext cx="61200" cy="9288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78182" h="118479">
                    <a:moveTo>
                      <a:pt x="78183" y="87843"/>
                    </a:moveTo>
                    <a:lnTo>
                      <a:pt x="7818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77851" y="0"/>
                    </a:lnTo>
                    <a:lnTo>
                      <a:pt x="77851" y="28263"/>
                    </a:lnTo>
                    <a:lnTo>
                      <a:pt x="64990" y="28263"/>
                    </a:lnTo>
                    <a:lnTo>
                      <a:pt x="64990" y="11169"/>
                    </a:lnTo>
                    <a:lnTo>
                      <a:pt x="28778" y="11169"/>
                    </a:lnTo>
                    <a:lnTo>
                      <a:pt x="28778" y="50766"/>
                    </a:lnTo>
                    <a:lnTo>
                      <a:pt x="64824" y="50766"/>
                    </a:lnTo>
                    <a:lnTo>
                      <a:pt x="64824" y="62616"/>
                    </a:lnTo>
                    <a:lnTo>
                      <a:pt x="28778" y="62616"/>
                    </a:lnTo>
                    <a:lnTo>
                      <a:pt x="28778" y="107292"/>
                    </a:lnTo>
                    <a:lnTo>
                      <a:pt x="65339" y="107292"/>
                    </a:lnTo>
                    <a:lnTo>
                      <a:pt x="65339" y="87824"/>
                    </a:lnTo>
                    <a:lnTo>
                      <a:pt x="78183" y="87824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64" name="Freeform: Shape 280"/>
              <p:cNvSpPr/>
              <p:nvPr/>
            </p:nvSpPr>
            <p:spPr>
              <a:xfrm>
                <a:off x="3253680" y="4820760"/>
                <a:ext cx="95760" cy="92880"/>
              </a:xfrm>
              <a:custGeom>
                <a:avLst/>
                <a:gdLst>
                  <a:gd name="textAreaLeft" fmla="*/ 0 w 95760"/>
                  <a:gd name="textAreaRight" fmla="*/ 96120 w 957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22195" h="118479">
                    <a:moveTo>
                      <a:pt x="122196" y="11169"/>
                    </a:moveTo>
                    <a:lnTo>
                      <a:pt x="107641" y="11169"/>
                    </a:lnTo>
                    <a:lnTo>
                      <a:pt x="107641" y="118479"/>
                    </a:lnTo>
                    <a:lnTo>
                      <a:pt x="92572" y="118479"/>
                    </a:lnTo>
                    <a:lnTo>
                      <a:pt x="27416" y="21160"/>
                    </a:lnTo>
                    <a:lnTo>
                      <a:pt x="27416" y="107310"/>
                    </a:lnTo>
                    <a:lnTo>
                      <a:pt x="41971" y="107310"/>
                    </a:lnTo>
                    <a:lnTo>
                      <a:pt x="41971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29275" y="0"/>
                    </a:lnTo>
                    <a:lnTo>
                      <a:pt x="94780" y="96988"/>
                    </a:lnTo>
                    <a:lnTo>
                      <a:pt x="94780" y="11169"/>
                    </a:lnTo>
                    <a:lnTo>
                      <a:pt x="80225" y="11169"/>
                    </a:lnTo>
                    <a:lnTo>
                      <a:pt x="80225" y="0"/>
                    </a:lnTo>
                    <a:lnTo>
                      <a:pt x="122196" y="0"/>
                    </a:lnTo>
                    <a:lnTo>
                      <a:pt x="122196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65" name="Freeform: Shape 281"/>
              <p:cNvSpPr/>
              <p:nvPr/>
            </p:nvSpPr>
            <p:spPr>
              <a:xfrm>
                <a:off x="3367440" y="4820760"/>
                <a:ext cx="72360" cy="92880"/>
              </a:xfrm>
              <a:custGeom>
                <a:avLst/>
                <a:gdLst>
                  <a:gd name="textAreaLeft" fmla="*/ 0 w 72360"/>
                  <a:gd name="textAreaRight" fmla="*/ 72720 w 723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92424" h="118479">
                    <a:moveTo>
                      <a:pt x="92424" y="33176"/>
                    </a:moveTo>
                    <a:lnTo>
                      <a:pt x="79563" y="33176"/>
                    </a:lnTo>
                    <a:lnTo>
                      <a:pt x="79563" y="11169"/>
                    </a:lnTo>
                    <a:lnTo>
                      <a:pt x="53324" y="11169"/>
                    </a:lnTo>
                    <a:lnTo>
                      <a:pt x="53324" y="107310"/>
                    </a:lnTo>
                    <a:lnTo>
                      <a:pt x="68891" y="107310"/>
                    </a:lnTo>
                    <a:lnTo>
                      <a:pt x="68891" y="118479"/>
                    </a:lnTo>
                    <a:lnTo>
                      <a:pt x="23534" y="118479"/>
                    </a:lnTo>
                    <a:lnTo>
                      <a:pt x="23534" y="107310"/>
                    </a:lnTo>
                    <a:lnTo>
                      <a:pt x="39101" y="107310"/>
                    </a:lnTo>
                    <a:lnTo>
                      <a:pt x="39101" y="11169"/>
                    </a:lnTo>
                    <a:lnTo>
                      <a:pt x="12862" y="11169"/>
                    </a:lnTo>
                    <a:lnTo>
                      <a:pt x="12862" y="33176"/>
                    </a:lnTo>
                    <a:lnTo>
                      <a:pt x="0" y="33176"/>
                    </a:lnTo>
                    <a:lnTo>
                      <a:pt x="0" y="0"/>
                    </a:lnTo>
                    <a:lnTo>
                      <a:pt x="92406" y="0"/>
                    </a:lnTo>
                    <a:lnTo>
                      <a:pt x="92406" y="33176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  <p:sp>
          <p:nvSpPr>
            <p:cNvPr id="466" name="Freeform: Shape 282"/>
            <p:cNvSpPr/>
            <p:nvPr/>
          </p:nvSpPr>
          <p:spPr>
            <a:xfrm>
              <a:off x="2618280" y="4395600"/>
              <a:ext cx="558000" cy="287640"/>
            </a:xfrm>
            <a:custGeom>
              <a:avLst/>
              <a:gdLst>
                <a:gd name="textAreaLeft" fmla="*/ 0 w 558000"/>
                <a:gd name="textAreaRight" fmla="*/ 558360 w 558000"/>
                <a:gd name="textAreaTop" fmla="*/ 0 h 287640"/>
                <a:gd name="textAreaBottom" fmla="*/ 288000 h 287640"/>
              </a:gdLst>
              <a:ahLst/>
              <a:rect l="textAreaLeft" t="textAreaTop" r="textAreaRight" b="textAreaBottom"/>
              <a:pathLst>
                <a:path w="710102" h="366293">
                  <a:moveTo>
                    <a:pt x="355051" y="366294"/>
                  </a:moveTo>
                  <a:cubicBezTo>
                    <a:pt x="159273" y="366294"/>
                    <a:pt x="0" y="206377"/>
                    <a:pt x="0" y="9807"/>
                  </a:cubicBezTo>
                  <a:lnTo>
                    <a:pt x="37" y="0"/>
                  </a:lnTo>
                  <a:lnTo>
                    <a:pt x="710065" y="0"/>
                  </a:lnTo>
                  <a:lnTo>
                    <a:pt x="710102" y="9090"/>
                  </a:lnTo>
                  <a:cubicBezTo>
                    <a:pt x="710102" y="206046"/>
                    <a:pt x="550830" y="366294"/>
                    <a:pt x="355051" y="366294"/>
                  </a:cubicBezTo>
                  <a:close/>
                  <a:moveTo>
                    <a:pt x="11298" y="11279"/>
                  </a:moveTo>
                  <a:cubicBezTo>
                    <a:pt x="12089" y="200949"/>
                    <a:pt x="165989" y="355014"/>
                    <a:pt x="355051" y="355014"/>
                  </a:cubicBezTo>
                  <a:cubicBezTo>
                    <a:pt x="543874" y="355014"/>
                    <a:pt x="697627" y="201023"/>
                    <a:pt x="698804" y="11279"/>
                  </a:cubicBezTo>
                  <a:lnTo>
                    <a:pt x="11298" y="11279"/>
                  </a:ln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grpSp>
          <p:nvGrpSpPr>
            <p:cNvPr id="467" name="Graphic 228"/>
            <p:cNvGrpSpPr/>
            <p:nvPr/>
          </p:nvGrpSpPr>
          <p:grpSpPr>
            <a:xfrm>
              <a:off x="3002760" y="4228920"/>
              <a:ext cx="203400" cy="95760"/>
              <a:chOff x="3002760" y="4228920"/>
              <a:chExt cx="203400" cy="95760"/>
            </a:xfrm>
          </p:grpSpPr>
          <p:sp>
            <p:nvSpPr>
              <p:cNvPr id="468" name="Freeform: Shape 284"/>
              <p:cNvSpPr/>
              <p:nvPr/>
            </p:nvSpPr>
            <p:spPr>
              <a:xfrm>
                <a:off x="3008880" y="4228920"/>
                <a:ext cx="188280" cy="85320"/>
              </a:xfrm>
              <a:custGeom>
                <a:avLst/>
                <a:gdLst>
                  <a:gd name="textAreaLeft" fmla="*/ 0 w 188280"/>
                  <a:gd name="textAreaRight" fmla="*/ 188640 w 188280"/>
                  <a:gd name="textAreaTop" fmla="*/ 0 h 85320"/>
                  <a:gd name="textAreaBottom" fmla="*/ 85680 h 85320"/>
                </a:gdLst>
                <a:ahLst/>
                <a:rect l="textAreaLeft" t="textAreaTop" r="textAreaRight" b="textAreaBottom"/>
                <a:pathLst>
                  <a:path w="239718" h="108929">
                    <a:moveTo>
                      <a:pt x="11243" y="108929"/>
                    </a:moveTo>
                    <a:lnTo>
                      <a:pt x="0" y="108046"/>
                    </a:lnTo>
                    <a:cubicBezTo>
                      <a:pt x="2006" y="82654"/>
                      <a:pt x="22669" y="63518"/>
                      <a:pt x="48080" y="63518"/>
                    </a:cubicBezTo>
                    <a:cubicBezTo>
                      <a:pt x="48227" y="63518"/>
                      <a:pt x="48374" y="63518"/>
                      <a:pt x="48521" y="63518"/>
                    </a:cubicBezTo>
                    <a:cubicBezTo>
                      <a:pt x="49736" y="28281"/>
                      <a:pt x="78771" y="0"/>
                      <a:pt x="114302" y="0"/>
                    </a:cubicBezTo>
                    <a:cubicBezTo>
                      <a:pt x="141903" y="0"/>
                      <a:pt x="166633" y="17517"/>
                      <a:pt x="176053" y="43185"/>
                    </a:cubicBezTo>
                    <a:cubicBezTo>
                      <a:pt x="177838" y="43001"/>
                      <a:pt x="179568" y="42909"/>
                      <a:pt x="181224" y="42909"/>
                    </a:cubicBezTo>
                    <a:cubicBezTo>
                      <a:pt x="213480" y="42909"/>
                      <a:pt x="239718" y="69203"/>
                      <a:pt x="239718" y="101514"/>
                    </a:cubicBezTo>
                    <a:cubicBezTo>
                      <a:pt x="239718" y="103925"/>
                      <a:pt x="239553" y="105691"/>
                      <a:pt x="239277" y="108764"/>
                    </a:cubicBezTo>
                    <a:lnTo>
                      <a:pt x="228016" y="107973"/>
                    </a:lnTo>
                    <a:lnTo>
                      <a:pt x="228034" y="107715"/>
                    </a:lnTo>
                    <a:cubicBezTo>
                      <a:pt x="228273" y="105084"/>
                      <a:pt x="228439" y="103575"/>
                      <a:pt x="228439" y="101514"/>
                    </a:cubicBezTo>
                    <a:cubicBezTo>
                      <a:pt x="228439" y="75423"/>
                      <a:pt x="207260" y="54207"/>
                      <a:pt x="181242" y="54207"/>
                    </a:cubicBezTo>
                    <a:cubicBezTo>
                      <a:pt x="178777" y="54207"/>
                      <a:pt x="176109" y="54465"/>
                      <a:pt x="173128" y="54980"/>
                    </a:cubicBezTo>
                    <a:lnTo>
                      <a:pt x="168123" y="55863"/>
                    </a:lnTo>
                    <a:lnTo>
                      <a:pt x="166743" y="50969"/>
                    </a:lnTo>
                    <a:cubicBezTo>
                      <a:pt x="160119" y="27619"/>
                      <a:pt x="138572" y="11298"/>
                      <a:pt x="114321" y="11298"/>
                    </a:cubicBezTo>
                    <a:cubicBezTo>
                      <a:pt x="84255" y="11298"/>
                      <a:pt x="59782" y="35752"/>
                      <a:pt x="59782" y="65818"/>
                    </a:cubicBezTo>
                    <a:cubicBezTo>
                      <a:pt x="59782" y="66682"/>
                      <a:pt x="59838" y="67529"/>
                      <a:pt x="59911" y="68375"/>
                    </a:cubicBezTo>
                    <a:lnTo>
                      <a:pt x="60408" y="76177"/>
                    </a:lnTo>
                    <a:lnTo>
                      <a:pt x="53508" y="75165"/>
                    </a:lnTo>
                    <a:cubicBezTo>
                      <a:pt x="51907" y="74926"/>
                      <a:pt x="50177" y="74815"/>
                      <a:pt x="48098" y="74815"/>
                    </a:cubicBezTo>
                    <a:cubicBezTo>
                      <a:pt x="28612" y="74797"/>
                      <a:pt x="12770" y="89462"/>
                      <a:pt x="11243" y="10892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0680" bIns="406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69" name="Freeform: Shape 285"/>
              <p:cNvSpPr/>
              <p:nvPr/>
            </p:nvSpPr>
            <p:spPr>
              <a:xfrm>
                <a:off x="3002760" y="4316040"/>
                <a:ext cx="146160" cy="8640"/>
              </a:xfrm>
              <a:custGeom>
                <a:avLst/>
                <a:gdLst>
                  <a:gd name="textAreaLeft" fmla="*/ 0 w 146160"/>
                  <a:gd name="textAreaRight" fmla="*/ 146520 w 14616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86173" h="11279">
                    <a:moveTo>
                      <a:pt x="0" y="0"/>
                    </a:moveTo>
                    <a:lnTo>
                      <a:pt x="186174" y="0"/>
                    </a:lnTo>
                    <a:lnTo>
                      <a:pt x="186174" y="11279"/>
                    </a:lnTo>
                    <a:lnTo>
                      <a:pt x="0" y="1127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70" name="Freeform: Shape 286"/>
              <p:cNvSpPr/>
              <p:nvPr/>
            </p:nvSpPr>
            <p:spPr>
              <a:xfrm>
                <a:off x="3175560" y="4316040"/>
                <a:ext cx="30600" cy="8640"/>
              </a:xfrm>
              <a:custGeom>
                <a:avLst/>
                <a:gdLst>
                  <a:gd name="textAreaLeft" fmla="*/ 0 w 30600"/>
                  <a:gd name="textAreaRight" fmla="*/ 30960 w 3060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39486" h="11279">
                    <a:moveTo>
                      <a:pt x="0" y="0"/>
                    </a:moveTo>
                    <a:lnTo>
                      <a:pt x="39487" y="0"/>
                    </a:lnTo>
                    <a:lnTo>
                      <a:pt x="39487" y="11279"/>
                    </a:lnTo>
                    <a:lnTo>
                      <a:pt x="0" y="1127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  <p:grpSp>
          <p:nvGrpSpPr>
            <p:cNvPr id="471" name="Graphic 228"/>
            <p:cNvGrpSpPr/>
            <p:nvPr/>
          </p:nvGrpSpPr>
          <p:grpSpPr>
            <a:xfrm>
              <a:off x="2605320" y="4104000"/>
              <a:ext cx="148680" cy="65160"/>
              <a:chOff x="2605320" y="4104000"/>
              <a:chExt cx="148680" cy="65160"/>
            </a:xfrm>
          </p:grpSpPr>
          <p:sp>
            <p:nvSpPr>
              <p:cNvPr id="472" name="Freeform: Shape 288"/>
              <p:cNvSpPr/>
              <p:nvPr/>
            </p:nvSpPr>
            <p:spPr>
              <a:xfrm>
                <a:off x="2605320" y="4104000"/>
                <a:ext cx="137880" cy="62640"/>
              </a:xfrm>
              <a:custGeom>
                <a:avLst/>
                <a:gdLst>
                  <a:gd name="textAreaLeft" fmla="*/ 0 w 137880"/>
                  <a:gd name="textAreaRight" fmla="*/ 138240 w 137880"/>
                  <a:gd name="textAreaTop" fmla="*/ 0 h 62640"/>
                  <a:gd name="textAreaBottom" fmla="*/ 63000 h 62640"/>
                </a:gdLst>
                <a:ahLst/>
                <a:rect l="textAreaLeft" t="textAreaTop" r="textAreaRight" b="textAreaBottom"/>
                <a:pathLst>
                  <a:path w="175777" h="80206">
                    <a:moveTo>
                      <a:pt x="350" y="80207"/>
                    </a:moveTo>
                    <a:lnTo>
                      <a:pt x="5962" y="79691"/>
                    </a:lnTo>
                    <a:lnTo>
                      <a:pt x="313" y="79949"/>
                    </a:lnTo>
                    <a:cubicBezTo>
                      <a:pt x="110" y="77723"/>
                      <a:pt x="0" y="76416"/>
                      <a:pt x="0" y="74668"/>
                    </a:cubicBezTo>
                    <a:cubicBezTo>
                      <a:pt x="0" y="50527"/>
                      <a:pt x="19596" y="30894"/>
                      <a:pt x="43701" y="30894"/>
                    </a:cubicBezTo>
                    <a:cubicBezTo>
                      <a:pt x="44565" y="30894"/>
                      <a:pt x="45467" y="30931"/>
                      <a:pt x="46369" y="30986"/>
                    </a:cubicBezTo>
                    <a:cubicBezTo>
                      <a:pt x="53674" y="12512"/>
                      <a:pt x="71743" y="0"/>
                      <a:pt x="91891" y="0"/>
                    </a:cubicBezTo>
                    <a:cubicBezTo>
                      <a:pt x="117817" y="0"/>
                      <a:pt x="139087" y="20240"/>
                      <a:pt x="140762" y="45743"/>
                    </a:cubicBezTo>
                    <a:cubicBezTo>
                      <a:pt x="159346" y="46313"/>
                      <a:pt x="174306" y="60537"/>
                      <a:pt x="175778" y="79250"/>
                    </a:cubicBezTo>
                    <a:lnTo>
                      <a:pt x="164535" y="80133"/>
                    </a:lnTo>
                    <a:cubicBezTo>
                      <a:pt x="163505" y="66958"/>
                      <a:pt x="152777" y="57004"/>
                      <a:pt x="139603" y="57004"/>
                    </a:cubicBezTo>
                    <a:cubicBezTo>
                      <a:pt x="138351" y="57004"/>
                      <a:pt x="137137" y="57059"/>
                      <a:pt x="135941" y="57243"/>
                    </a:cubicBezTo>
                    <a:lnTo>
                      <a:pt x="129041" y="58274"/>
                    </a:lnTo>
                    <a:lnTo>
                      <a:pt x="129501" y="50637"/>
                    </a:lnTo>
                    <a:cubicBezTo>
                      <a:pt x="129538" y="50085"/>
                      <a:pt x="129575" y="49533"/>
                      <a:pt x="129575" y="48963"/>
                    </a:cubicBezTo>
                    <a:cubicBezTo>
                      <a:pt x="129575" y="28189"/>
                      <a:pt x="112665" y="11279"/>
                      <a:pt x="91891" y="11279"/>
                    </a:cubicBezTo>
                    <a:cubicBezTo>
                      <a:pt x="75147" y="11279"/>
                      <a:pt x="60242" y="22559"/>
                      <a:pt x="55661" y="38696"/>
                    </a:cubicBezTo>
                    <a:lnTo>
                      <a:pt x="54281" y="43590"/>
                    </a:lnTo>
                    <a:lnTo>
                      <a:pt x="49276" y="42725"/>
                    </a:lnTo>
                    <a:cubicBezTo>
                      <a:pt x="47178" y="42357"/>
                      <a:pt x="45412" y="42192"/>
                      <a:pt x="43701" y="42192"/>
                    </a:cubicBezTo>
                    <a:cubicBezTo>
                      <a:pt x="25834" y="42192"/>
                      <a:pt x="11298" y="56765"/>
                      <a:pt x="11298" y="74687"/>
                    </a:cubicBezTo>
                    <a:cubicBezTo>
                      <a:pt x="11298" y="76103"/>
                      <a:pt x="11408" y="77134"/>
                      <a:pt x="11574" y="78937"/>
                    </a:cubicBezTo>
                    <a:lnTo>
                      <a:pt x="350" y="80207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73" name="Freeform: Shape 289"/>
              <p:cNvSpPr/>
              <p:nvPr/>
            </p:nvSpPr>
            <p:spPr>
              <a:xfrm>
                <a:off x="2643480" y="4160520"/>
                <a:ext cx="110520" cy="8640"/>
              </a:xfrm>
              <a:custGeom>
                <a:avLst/>
                <a:gdLst>
                  <a:gd name="textAreaLeft" fmla="*/ 0 w 110520"/>
                  <a:gd name="textAreaRight" fmla="*/ 110880 w 11052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141037" h="11279">
                    <a:moveTo>
                      <a:pt x="0" y="0"/>
                    </a:moveTo>
                    <a:lnTo>
                      <a:pt x="141038" y="0"/>
                    </a:lnTo>
                    <a:lnTo>
                      <a:pt x="141038" y="11279"/>
                    </a:lnTo>
                    <a:lnTo>
                      <a:pt x="0" y="1127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74" name="Freeform: Shape 290"/>
              <p:cNvSpPr/>
              <p:nvPr/>
            </p:nvSpPr>
            <p:spPr>
              <a:xfrm>
                <a:off x="2607840" y="4160520"/>
                <a:ext cx="17280" cy="8640"/>
              </a:xfrm>
              <a:custGeom>
                <a:avLst/>
                <a:gdLst>
                  <a:gd name="textAreaLeft" fmla="*/ 0 w 17280"/>
                  <a:gd name="textAreaRight" fmla="*/ 17640 w 1728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22558" h="11279">
                    <a:moveTo>
                      <a:pt x="0" y="0"/>
                    </a:moveTo>
                    <a:lnTo>
                      <a:pt x="22559" y="0"/>
                    </a:lnTo>
                    <a:lnTo>
                      <a:pt x="22559" y="11279"/>
                    </a:lnTo>
                    <a:lnTo>
                      <a:pt x="0" y="1127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  <p:sp>
          <p:nvSpPr>
            <p:cNvPr id="475" name="Freeform: Shape 291"/>
            <p:cNvSpPr/>
            <p:nvPr/>
          </p:nvSpPr>
          <p:spPr>
            <a:xfrm>
              <a:off x="2607840" y="4675320"/>
              <a:ext cx="576360" cy="8640"/>
            </a:xfrm>
            <a:custGeom>
              <a:avLst/>
              <a:gdLst>
                <a:gd name="textAreaLeft" fmla="*/ 0 w 576360"/>
                <a:gd name="textAreaRight" fmla="*/ 576720 w 576360"/>
                <a:gd name="textAreaTop" fmla="*/ 0 h 8640"/>
                <a:gd name="textAreaBottom" fmla="*/ 9000 h 8640"/>
              </a:gdLst>
              <a:ahLst/>
              <a:rect l="textAreaLeft" t="textAreaTop" r="textAreaRight" b="textAreaBottom"/>
              <a:pathLst>
                <a:path w="733452" h="11297">
                  <a:moveTo>
                    <a:pt x="727803" y="11298"/>
                  </a:moveTo>
                  <a:lnTo>
                    <a:pt x="5649" y="11298"/>
                  </a:lnTo>
                  <a:cubicBezTo>
                    <a:pt x="2539" y="11298"/>
                    <a:pt x="0" y="8777"/>
                    <a:pt x="0" y="5649"/>
                  </a:cubicBezTo>
                  <a:cubicBezTo>
                    <a:pt x="0" y="2521"/>
                    <a:pt x="2521" y="0"/>
                    <a:pt x="5649" y="0"/>
                  </a:cubicBezTo>
                  <a:lnTo>
                    <a:pt x="727803" y="0"/>
                  </a:lnTo>
                  <a:cubicBezTo>
                    <a:pt x="730913" y="0"/>
                    <a:pt x="733452" y="2521"/>
                    <a:pt x="733452" y="5649"/>
                  </a:cubicBezTo>
                  <a:cubicBezTo>
                    <a:pt x="733452" y="8777"/>
                    <a:pt x="730913" y="11298"/>
                    <a:pt x="727803" y="11298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0" bIns="-36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476" name="Freeform: Shape 292"/>
            <p:cNvSpPr/>
            <p:nvPr/>
          </p:nvSpPr>
          <p:spPr>
            <a:xfrm>
              <a:off x="2842560" y="4442760"/>
              <a:ext cx="109440" cy="159480"/>
            </a:xfrm>
            <a:custGeom>
              <a:avLst/>
              <a:gdLst>
                <a:gd name="textAreaLeft" fmla="*/ 0 w 109440"/>
                <a:gd name="textAreaRight" fmla="*/ 109800 w 109440"/>
                <a:gd name="textAreaTop" fmla="*/ 0 h 159480"/>
                <a:gd name="textAreaBottom" fmla="*/ 159840 h 159480"/>
              </a:gdLst>
              <a:ahLst/>
              <a:rect l="textAreaLeft" t="textAreaTop" r="textAreaRight" b="textAreaBottom"/>
              <a:pathLst>
                <a:path w="139473" h="203304">
                  <a:moveTo>
                    <a:pt x="69737" y="203304"/>
                  </a:moveTo>
                  <a:cubicBezTo>
                    <a:pt x="31280" y="203304"/>
                    <a:pt x="0" y="170221"/>
                    <a:pt x="0" y="129556"/>
                  </a:cubicBezTo>
                  <a:cubicBezTo>
                    <a:pt x="0" y="80759"/>
                    <a:pt x="45872" y="25852"/>
                    <a:pt x="65597" y="4490"/>
                  </a:cubicBezTo>
                  <a:lnTo>
                    <a:pt x="69737" y="0"/>
                  </a:lnTo>
                  <a:lnTo>
                    <a:pt x="73877" y="4490"/>
                  </a:lnTo>
                  <a:cubicBezTo>
                    <a:pt x="93602" y="25834"/>
                    <a:pt x="139474" y="80740"/>
                    <a:pt x="139474" y="129556"/>
                  </a:cubicBezTo>
                  <a:cubicBezTo>
                    <a:pt x="139474" y="170221"/>
                    <a:pt x="108193" y="203304"/>
                    <a:pt x="69737" y="203304"/>
                  </a:cubicBezTo>
                  <a:close/>
                  <a:moveTo>
                    <a:pt x="69737" y="16707"/>
                  </a:moveTo>
                  <a:cubicBezTo>
                    <a:pt x="49331" y="39542"/>
                    <a:pt x="11298" y="87769"/>
                    <a:pt x="11298" y="129556"/>
                  </a:cubicBezTo>
                  <a:cubicBezTo>
                    <a:pt x="11298" y="164001"/>
                    <a:pt x="37518" y="192025"/>
                    <a:pt x="69737" y="192025"/>
                  </a:cubicBezTo>
                  <a:cubicBezTo>
                    <a:pt x="101974" y="192025"/>
                    <a:pt x="128195" y="164001"/>
                    <a:pt x="128195" y="129556"/>
                  </a:cubicBezTo>
                  <a:cubicBezTo>
                    <a:pt x="128195" y="87769"/>
                    <a:pt x="90143" y="39561"/>
                    <a:pt x="69737" y="16707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477" name="Freeform: Shape 293"/>
            <p:cNvSpPr/>
            <p:nvPr/>
          </p:nvSpPr>
          <p:spPr>
            <a:xfrm>
              <a:off x="2785320" y="4103640"/>
              <a:ext cx="221400" cy="158760"/>
            </a:xfrm>
            <a:custGeom>
              <a:avLst/>
              <a:gdLst>
                <a:gd name="textAreaLeft" fmla="*/ 0 w 221400"/>
                <a:gd name="textAreaRight" fmla="*/ 221760 w 221400"/>
                <a:gd name="textAreaTop" fmla="*/ 0 h 158760"/>
                <a:gd name="textAreaBottom" fmla="*/ 159120 h 158760"/>
              </a:gdLst>
              <a:ahLst/>
              <a:rect l="textAreaLeft" t="textAreaTop" r="textAreaRight" b="textAreaBottom"/>
              <a:pathLst>
                <a:path w="282112" h="202513">
                  <a:moveTo>
                    <a:pt x="224281" y="202513"/>
                  </a:moveTo>
                  <a:lnTo>
                    <a:pt x="62616" y="202513"/>
                  </a:lnTo>
                  <a:cubicBezTo>
                    <a:pt x="28097" y="202513"/>
                    <a:pt x="0" y="174011"/>
                    <a:pt x="0" y="138977"/>
                  </a:cubicBezTo>
                  <a:cubicBezTo>
                    <a:pt x="0" y="102986"/>
                    <a:pt x="28668" y="72755"/>
                    <a:pt x="62616" y="72755"/>
                  </a:cubicBezTo>
                  <a:lnTo>
                    <a:pt x="79268" y="72755"/>
                  </a:lnTo>
                  <a:cubicBezTo>
                    <a:pt x="77943" y="68615"/>
                    <a:pt x="77299" y="64364"/>
                    <a:pt x="77299" y="59801"/>
                  </a:cubicBezTo>
                  <a:cubicBezTo>
                    <a:pt x="77299" y="26276"/>
                    <a:pt x="110641" y="0"/>
                    <a:pt x="153200" y="0"/>
                  </a:cubicBezTo>
                  <a:cubicBezTo>
                    <a:pt x="195760" y="0"/>
                    <a:pt x="229101" y="26073"/>
                    <a:pt x="229101" y="59359"/>
                  </a:cubicBezTo>
                  <a:cubicBezTo>
                    <a:pt x="229101" y="64070"/>
                    <a:pt x="228421" y="68523"/>
                    <a:pt x="227059" y="72810"/>
                  </a:cubicBezTo>
                  <a:cubicBezTo>
                    <a:pt x="261504" y="74466"/>
                    <a:pt x="282021" y="107089"/>
                    <a:pt x="282113" y="138756"/>
                  </a:cubicBezTo>
                  <a:lnTo>
                    <a:pt x="282113" y="138756"/>
                  </a:lnTo>
                  <a:cubicBezTo>
                    <a:pt x="282113" y="138793"/>
                    <a:pt x="282113" y="138830"/>
                    <a:pt x="282113" y="138867"/>
                  </a:cubicBezTo>
                  <a:cubicBezTo>
                    <a:pt x="282113" y="138903"/>
                    <a:pt x="282113" y="138940"/>
                    <a:pt x="282113" y="138977"/>
                  </a:cubicBezTo>
                  <a:cubicBezTo>
                    <a:pt x="282002" y="175207"/>
                    <a:pt x="257180" y="202513"/>
                    <a:pt x="224281" y="202513"/>
                  </a:cubicBezTo>
                  <a:close/>
                  <a:moveTo>
                    <a:pt x="62616" y="84034"/>
                  </a:moveTo>
                  <a:cubicBezTo>
                    <a:pt x="34795" y="84034"/>
                    <a:pt x="11279" y="109095"/>
                    <a:pt x="11279" y="138756"/>
                  </a:cubicBezTo>
                  <a:cubicBezTo>
                    <a:pt x="11279" y="167792"/>
                    <a:pt x="34298" y="191234"/>
                    <a:pt x="62616" y="191234"/>
                  </a:cubicBezTo>
                  <a:lnTo>
                    <a:pt x="224281" y="191234"/>
                  </a:lnTo>
                  <a:cubicBezTo>
                    <a:pt x="251200" y="191234"/>
                    <a:pt x="270760" y="169209"/>
                    <a:pt x="270796" y="138867"/>
                  </a:cubicBezTo>
                  <a:cubicBezTo>
                    <a:pt x="270760" y="112260"/>
                    <a:pt x="254457" y="84034"/>
                    <a:pt x="224281" y="84034"/>
                  </a:cubicBezTo>
                  <a:lnTo>
                    <a:pt x="208751" y="84034"/>
                  </a:lnTo>
                  <a:lnTo>
                    <a:pt x="213516" y="75607"/>
                  </a:lnTo>
                  <a:cubicBezTo>
                    <a:pt x="216387" y="70528"/>
                    <a:pt x="217785" y="65210"/>
                    <a:pt x="217785" y="59359"/>
                  </a:cubicBezTo>
                  <a:cubicBezTo>
                    <a:pt x="217785" y="32403"/>
                    <a:pt x="189412" y="11279"/>
                    <a:pt x="153164" y="11279"/>
                  </a:cubicBezTo>
                  <a:cubicBezTo>
                    <a:pt x="117541" y="11279"/>
                    <a:pt x="88560" y="33047"/>
                    <a:pt x="88560" y="59801"/>
                  </a:cubicBezTo>
                  <a:cubicBezTo>
                    <a:pt x="88560" y="65523"/>
                    <a:pt x="89885" y="70399"/>
                    <a:pt x="92829" y="75607"/>
                  </a:cubicBezTo>
                  <a:lnTo>
                    <a:pt x="97595" y="84034"/>
                  </a:lnTo>
                  <a:lnTo>
                    <a:pt x="62616" y="84034"/>
                  </a:ln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478" name="Freeform: Shape 294"/>
            <p:cNvSpPr/>
            <p:nvPr/>
          </p:nvSpPr>
          <p:spPr>
            <a:xfrm>
              <a:off x="2896200" y="4258440"/>
              <a:ext cx="8640" cy="13716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137160"/>
                <a:gd name="textAreaBottom" fmla="*/ 137520 h 137160"/>
              </a:gdLst>
              <a:ahLst/>
              <a:rect l="textAreaLeft" t="textAreaTop" r="textAreaRight" b="textAreaBottom"/>
              <a:pathLst>
                <a:path w="11279" h="174894">
                  <a:moveTo>
                    <a:pt x="0" y="0"/>
                  </a:moveTo>
                  <a:lnTo>
                    <a:pt x="11279" y="0"/>
                  </a:lnTo>
                  <a:lnTo>
                    <a:pt x="11279" y="174894"/>
                  </a:lnTo>
                  <a:lnTo>
                    <a:pt x="0" y="174894"/>
                  </a:ln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479" name="Freeform: Shape 295"/>
            <p:cNvSpPr/>
            <p:nvPr/>
          </p:nvSpPr>
          <p:spPr>
            <a:xfrm>
              <a:off x="2858400" y="4255920"/>
              <a:ext cx="42480" cy="64440"/>
            </a:xfrm>
            <a:custGeom>
              <a:avLst/>
              <a:gdLst>
                <a:gd name="textAreaLeft" fmla="*/ 0 w 42480"/>
                <a:gd name="textAreaRight" fmla="*/ 42840 w 42480"/>
                <a:gd name="textAreaTop" fmla="*/ 0 h 64440"/>
                <a:gd name="textAreaBottom" fmla="*/ 64800 h 64440"/>
              </a:gdLst>
              <a:ahLst/>
              <a:rect l="textAreaLeft" t="textAreaTop" r="textAreaRight" b="textAreaBottom"/>
              <a:pathLst>
                <a:path w="54289" h="82609">
                  <a:moveTo>
                    <a:pt x="9763" y="0"/>
                  </a:moveTo>
                  <a:lnTo>
                    <a:pt x="54290" y="76961"/>
                  </a:lnTo>
                  <a:lnTo>
                    <a:pt x="44526" y="82609"/>
                  </a:lnTo>
                  <a:lnTo>
                    <a:pt x="0" y="5649"/>
                  </a:ln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800" bIns="198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480" name="Freeform: Shape 296"/>
            <p:cNvSpPr/>
            <p:nvPr/>
          </p:nvSpPr>
          <p:spPr>
            <a:xfrm>
              <a:off x="2688480" y="42768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rect l="textAreaLeft" t="textAreaTop" r="textAreaRight" b="textAreaBottom"/>
              <a:pathLst>
                <a:path w="116914" h="116915">
                  <a:moveTo>
                    <a:pt x="66627" y="116915"/>
                  </a:moveTo>
                  <a:cubicBezTo>
                    <a:pt x="63444" y="116915"/>
                    <a:pt x="60298" y="116418"/>
                    <a:pt x="57170" y="115425"/>
                  </a:cubicBezTo>
                  <a:cubicBezTo>
                    <a:pt x="17903" y="102913"/>
                    <a:pt x="1987" y="11703"/>
                    <a:pt x="1325" y="7839"/>
                  </a:cubicBezTo>
                  <a:lnTo>
                    <a:pt x="0" y="0"/>
                  </a:lnTo>
                  <a:lnTo>
                    <a:pt x="7839" y="1325"/>
                  </a:lnTo>
                  <a:cubicBezTo>
                    <a:pt x="11721" y="1987"/>
                    <a:pt x="102913" y="17903"/>
                    <a:pt x="115425" y="57170"/>
                  </a:cubicBezTo>
                  <a:cubicBezTo>
                    <a:pt x="119786" y="70859"/>
                    <a:pt x="114560" y="85230"/>
                    <a:pt x="99895" y="99895"/>
                  </a:cubicBezTo>
                  <a:cubicBezTo>
                    <a:pt x="88579" y="111211"/>
                    <a:pt x="77428" y="116915"/>
                    <a:pt x="66627" y="116915"/>
                  </a:cubicBezTo>
                  <a:close/>
                  <a:moveTo>
                    <a:pt x="14003" y="13984"/>
                  </a:moveTo>
                  <a:cubicBezTo>
                    <a:pt x="19927" y="42431"/>
                    <a:pt x="36009" y="96841"/>
                    <a:pt x="60610" y="104679"/>
                  </a:cubicBezTo>
                  <a:cubicBezTo>
                    <a:pt x="69958" y="107660"/>
                    <a:pt x="80483" y="103354"/>
                    <a:pt x="91928" y="91928"/>
                  </a:cubicBezTo>
                  <a:cubicBezTo>
                    <a:pt x="103373" y="80483"/>
                    <a:pt x="107660" y="69958"/>
                    <a:pt x="104679" y="60610"/>
                  </a:cubicBezTo>
                  <a:cubicBezTo>
                    <a:pt x="96840" y="35991"/>
                    <a:pt x="42449" y="19909"/>
                    <a:pt x="14003" y="13984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481" name="Freeform: Shape 297"/>
            <p:cNvSpPr/>
            <p:nvPr/>
          </p:nvSpPr>
          <p:spPr>
            <a:xfrm>
              <a:off x="2738520" y="4327560"/>
              <a:ext cx="42480" cy="67680"/>
            </a:xfrm>
            <a:custGeom>
              <a:avLst/>
              <a:gdLst>
                <a:gd name="textAreaLeft" fmla="*/ 0 w 42480"/>
                <a:gd name="textAreaRight" fmla="*/ 42840 w 42480"/>
                <a:gd name="textAreaTop" fmla="*/ 0 h 67680"/>
                <a:gd name="textAreaBottom" fmla="*/ 68040 h 67680"/>
              </a:gdLst>
              <a:ahLst/>
              <a:rect l="textAreaLeft" t="textAreaTop" r="textAreaRight" b="textAreaBottom"/>
              <a:pathLst>
                <a:path w="54685" h="86609">
                  <a:moveTo>
                    <a:pt x="53618" y="86610"/>
                  </a:moveTo>
                  <a:lnTo>
                    <a:pt x="42339" y="86610"/>
                  </a:lnTo>
                  <a:lnTo>
                    <a:pt x="42633" y="50325"/>
                  </a:lnTo>
                  <a:lnTo>
                    <a:pt x="0" y="8004"/>
                  </a:lnTo>
                  <a:lnTo>
                    <a:pt x="7949" y="0"/>
                  </a:lnTo>
                  <a:lnTo>
                    <a:pt x="54686" y="46387"/>
                  </a:lnTo>
                  <a:lnTo>
                    <a:pt x="53618" y="53195"/>
                  </a:ln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</p:grpSp>
      <p:grpSp>
        <p:nvGrpSpPr>
          <p:cNvPr id="482" name="Graphic 228"/>
          <p:cNvGrpSpPr/>
          <p:nvPr/>
        </p:nvGrpSpPr>
        <p:grpSpPr>
          <a:xfrm>
            <a:off x="8765280" y="4101120"/>
            <a:ext cx="847440" cy="814320"/>
            <a:chOff x="8765280" y="4101120"/>
            <a:chExt cx="847440" cy="814320"/>
          </a:xfrm>
        </p:grpSpPr>
        <p:grpSp>
          <p:nvGrpSpPr>
            <p:cNvPr id="483" name="Graphic 228"/>
            <p:cNvGrpSpPr/>
            <p:nvPr/>
          </p:nvGrpSpPr>
          <p:grpSpPr>
            <a:xfrm>
              <a:off x="8765280" y="4818240"/>
              <a:ext cx="847440" cy="97200"/>
              <a:chOff x="8765280" y="4818240"/>
              <a:chExt cx="847440" cy="97200"/>
            </a:xfrm>
          </p:grpSpPr>
          <p:sp>
            <p:nvSpPr>
              <p:cNvPr id="484" name="Freeform: Shape 300"/>
              <p:cNvSpPr/>
              <p:nvPr/>
            </p:nvSpPr>
            <p:spPr>
              <a:xfrm>
                <a:off x="8765280" y="4820400"/>
                <a:ext cx="65520" cy="92880"/>
              </a:xfrm>
              <a:custGeom>
                <a:avLst/>
                <a:gdLst>
                  <a:gd name="textAreaLeft" fmla="*/ 0 w 65520"/>
                  <a:gd name="textAreaRight" fmla="*/ 65880 w 6552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83960" h="118479">
                    <a:moveTo>
                      <a:pt x="83961" y="34022"/>
                    </a:moveTo>
                    <a:cubicBezTo>
                      <a:pt x="83961" y="56709"/>
                      <a:pt x="67382" y="70068"/>
                      <a:pt x="47234" y="70068"/>
                    </a:cubicBezTo>
                    <a:lnTo>
                      <a:pt x="28778" y="70068"/>
                    </a:lnTo>
                    <a:lnTo>
                      <a:pt x="28778" y="107310"/>
                    </a:lnTo>
                    <a:lnTo>
                      <a:pt x="46203" y="107310"/>
                    </a:lnTo>
                    <a:lnTo>
                      <a:pt x="4620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381" y="0"/>
                    </a:lnTo>
                    <a:cubicBezTo>
                      <a:pt x="67713" y="18"/>
                      <a:pt x="83961" y="13046"/>
                      <a:pt x="83961" y="34022"/>
                    </a:cubicBezTo>
                    <a:close/>
                    <a:moveTo>
                      <a:pt x="69056" y="33856"/>
                    </a:moveTo>
                    <a:cubicBezTo>
                      <a:pt x="69056" y="19136"/>
                      <a:pt x="59746" y="10838"/>
                      <a:pt x="46203" y="10838"/>
                    </a:cubicBezTo>
                    <a:lnTo>
                      <a:pt x="28778" y="10838"/>
                    </a:lnTo>
                    <a:lnTo>
                      <a:pt x="28778" y="58899"/>
                    </a:lnTo>
                    <a:lnTo>
                      <a:pt x="46387" y="58899"/>
                    </a:lnTo>
                    <a:cubicBezTo>
                      <a:pt x="59580" y="58899"/>
                      <a:pt x="69056" y="49938"/>
                      <a:pt x="69056" y="3385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85" name="Freeform: Shape 301"/>
              <p:cNvSpPr/>
              <p:nvPr/>
            </p:nvSpPr>
            <p:spPr>
              <a:xfrm>
                <a:off x="8849520" y="4820400"/>
                <a:ext cx="77040" cy="92880"/>
              </a:xfrm>
              <a:custGeom>
                <a:avLst/>
                <a:gdLst>
                  <a:gd name="textAreaLeft" fmla="*/ 0 w 77040"/>
                  <a:gd name="textAreaRight" fmla="*/ 77400 w 7704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98330" h="118479">
                    <a:moveTo>
                      <a:pt x="98331" y="107310"/>
                    </a:moveTo>
                    <a:lnTo>
                      <a:pt x="98331" y="118479"/>
                    </a:lnTo>
                    <a:lnTo>
                      <a:pt x="73288" y="118479"/>
                    </a:lnTo>
                    <a:lnTo>
                      <a:pt x="44860" y="68044"/>
                    </a:lnTo>
                    <a:lnTo>
                      <a:pt x="28778" y="68044"/>
                    </a:lnTo>
                    <a:lnTo>
                      <a:pt x="28778" y="107310"/>
                    </a:lnTo>
                    <a:lnTo>
                      <a:pt x="42321" y="107310"/>
                    </a:lnTo>
                    <a:lnTo>
                      <a:pt x="42321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215" y="0"/>
                    </a:lnTo>
                    <a:cubicBezTo>
                      <a:pt x="66848" y="0"/>
                      <a:pt x="82765" y="14058"/>
                      <a:pt x="82765" y="32329"/>
                    </a:cubicBezTo>
                    <a:cubicBezTo>
                      <a:pt x="82765" y="47049"/>
                      <a:pt x="72773" y="59580"/>
                      <a:pt x="58568" y="64990"/>
                    </a:cubicBezTo>
                    <a:lnTo>
                      <a:pt x="83280" y="107310"/>
                    </a:lnTo>
                    <a:lnTo>
                      <a:pt x="98331" y="107310"/>
                    </a:lnTo>
                    <a:close/>
                    <a:moveTo>
                      <a:pt x="67860" y="32513"/>
                    </a:moveTo>
                    <a:cubicBezTo>
                      <a:pt x="67860" y="19320"/>
                      <a:pt x="58550" y="10856"/>
                      <a:pt x="45853" y="10856"/>
                    </a:cubicBezTo>
                    <a:lnTo>
                      <a:pt x="28760" y="10856"/>
                    </a:lnTo>
                    <a:lnTo>
                      <a:pt x="28760" y="57225"/>
                    </a:lnTo>
                    <a:lnTo>
                      <a:pt x="43830" y="57225"/>
                    </a:lnTo>
                    <a:cubicBezTo>
                      <a:pt x="58053" y="57206"/>
                      <a:pt x="67860" y="47730"/>
                      <a:pt x="67860" y="3251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86" name="Freeform: Shape 302"/>
              <p:cNvSpPr/>
              <p:nvPr/>
            </p:nvSpPr>
            <p:spPr>
              <a:xfrm>
                <a:off x="8941320" y="4818240"/>
                <a:ext cx="91080" cy="97200"/>
              </a:xfrm>
              <a:custGeom>
                <a:avLst/>
                <a:gdLst>
                  <a:gd name="textAreaLeft" fmla="*/ 0 w 91080"/>
                  <a:gd name="textAreaRight" fmla="*/ 91440 w 91080"/>
                  <a:gd name="textAreaTop" fmla="*/ 0 h 97200"/>
                  <a:gd name="textAreaBottom" fmla="*/ 97560 h 97200"/>
                </a:gdLst>
                <a:ahLst/>
                <a:rect l="textAreaLeft" t="textAreaTop" r="textAreaRight" b="textAreaBottom"/>
                <a:pathLst>
                  <a:path w="116105" h="123888">
                    <a:moveTo>
                      <a:pt x="0" y="60923"/>
                    </a:moveTo>
                    <a:cubicBezTo>
                      <a:pt x="0" y="26901"/>
                      <a:pt x="23184" y="0"/>
                      <a:pt x="58053" y="0"/>
                    </a:cubicBezTo>
                    <a:cubicBezTo>
                      <a:pt x="92921" y="0"/>
                      <a:pt x="116105" y="26920"/>
                      <a:pt x="116105" y="60923"/>
                    </a:cubicBezTo>
                    <a:cubicBezTo>
                      <a:pt x="116105" y="95957"/>
                      <a:pt x="93602" y="123889"/>
                      <a:pt x="58053" y="123889"/>
                    </a:cubicBezTo>
                    <a:cubicBezTo>
                      <a:pt x="22503" y="123870"/>
                      <a:pt x="0" y="95957"/>
                      <a:pt x="0" y="60923"/>
                    </a:cubicBezTo>
                    <a:close/>
                    <a:moveTo>
                      <a:pt x="100870" y="60923"/>
                    </a:moveTo>
                    <a:cubicBezTo>
                      <a:pt x="100870" y="32826"/>
                      <a:pt x="84291" y="12862"/>
                      <a:pt x="58053" y="12862"/>
                    </a:cubicBezTo>
                    <a:cubicBezTo>
                      <a:pt x="31814" y="12862"/>
                      <a:pt x="15235" y="32826"/>
                      <a:pt x="15235" y="60923"/>
                    </a:cubicBezTo>
                    <a:cubicBezTo>
                      <a:pt x="15235" y="89701"/>
                      <a:pt x="31814" y="111027"/>
                      <a:pt x="58053" y="111027"/>
                    </a:cubicBezTo>
                    <a:cubicBezTo>
                      <a:pt x="84273" y="111009"/>
                      <a:pt x="100870" y="89683"/>
                      <a:pt x="100870" y="6092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87" name="Freeform: Shape 303"/>
              <p:cNvSpPr/>
              <p:nvPr/>
            </p:nvSpPr>
            <p:spPr>
              <a:xfrm>
                <a:off x="9055080" y="4818240"/>
                <a:ext cx="56880" cy="96840"/>
              </a:xfrm>
              <a:custGeom>
                <a:avLst/>
                <a:gdLst>
                  <a:gd name="textAreaLeft" fmla="*/ 0 w 56880"/>
                  <a:gd name="textAreaRight" fmla="*/ 57240 w 56880"/>
                  <a:gd name="textAreaTop" fmla="*/ 0 h 96840"/>
                  <a:gd name="textAreaBottom" fmla="*/ 97200 h 96840"/>
                </a:gdLst>
                <a:ahLst/>
                <a:rect l="textAreaLeft" t="textAreaTop" r="textAreaRight" b="textAreaBottom"/>
                <a:pathLst>
                  <a:path w="72754" h="123539">
                    <a:moveTo>
                      <a:pt x="72755" y="89517"/>
                    </a:moveTo>
                    <a:cubicBezTo>
                      <a:pt x="72755" y="108469"/>
                      <a:pt x="60224" y="123539"/>
                      <a:pt x="39082" y="123539"/>
                    </a:cubicBezTo>
                    <a:cubicBezTo>
                      <a:pt x="27416" y="123539"/>
                      <a:pt x="18271" y="118295"/>
                      <a:pt x="12181" y="109831"/>
                    </a:cubicBezTo>
                    <a:lnTo>
                      <a:pt x="12181" y="121166"/>
                    </a:lnTo>
                    <a:lnTo>
                      <a:pt x="0" y="121166"/>
                    </a:lnTo>
                    <a:lnTo>
                      <a:pt x="0" y="86481"/>
                    </a:lnTo>
                    <a:lnTo>
                      <a:pt x="10488" y="86481"/>
                    </a:lnTo>
                    <a:cubicBezTo>
                      <a:pt x="13874" y="100870"/>
                      <a:pt x="23515" y="111524"/>
                      <a:pt x="37904" y="111524"/>
                    </a:cubicBezTo>
                    <a:cubicBezTo>
                      <a:pt x="49920" y="111524"/>
                      <a:pt x="58550" y="103741"/>
                      <a:pt x="58550" y="92056"/>
                    </a:cubicBezTo>
                    <a:cubicBezTo>
                      <a:pt x="58550" y="65155"/>
                      <a:pt x="663" y="67179"/>
                      <a:pt x="663" y="30968"/>
                    </a:cubicBezTo>
                    <a:cubicBezTo>
                      <a:pt x="663" y="13708"/>
                      <a:pt x="12843" y="0"/>
                      <a:pt x="31464" y="0"/>
                    </a:cubicBezTo>
                    <a:cubicBezTo>
                      <a:pt x="41787" y="0"/>
                      <a:pt x="50251" y="5078"/>
                      <a:pt x="56010" y="12862"/>
                    </a:cubicBezTo>
                    <a:lnTo>
                      <a:pt x="56010" y="2705"/>
                    </a:lnTo>
                    <a:lnTo>
                      <a:pt x="68191" y="2705"/>
                    </a:lnTo>
                    <a:lnTo>
                      <a:pt x="68191" y="35880"/>
                    </a:lnTo>
                    <a:lnTo>
                      <a:pt x="57703" y="35880"/>
                    </a:lnTo>
                    <a:cubicBezTo>
                      <a:pt x="55164" y="21823"/>
                      <a:pt x="46185" y="11850"/>
                      <a:pt x="32992" y="11850"/>
                    </a:cubicBezTo>
                    <a:cubicBezTo>
                      <a:pt x="21473" y="11850"/>
                      <a:pt x="14720" y="19964"/>
                      <a:pt x="14720" y="29440"/>
                    </a:cubicBezTo>
                    <a:cubicBezTo>
                      <a:pt x="14702" y="54483"/>
                      <a:pt x="72755" y="52790"/>
                      <a:pt x="72755" y="8951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88" name="Freeform: Shape 304"/>
              <p:cNvSpPr/>
              <p:nvPr/>
            </p:nvSpPr>
            <p:spPr>
              <a:xfrm>
                <a:off x="9132840" y="4820400"/>
                <a:ext cx="65520" cy="92880"/>
              </a:xfrm>
              <a:custGeom>
                <a:avLst/>
                <a:gdLst>
                  <a:gd name="textAreaLeft" fmla="*/ 0 w 65520"/>
                  <a:gd name="textAreaRight" fmla="*/ 65880 w 6552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83960" h="118479">
                    <a:moveTo>
                      <a:pt x="83961" y="34022"/>
                    </a:moveTo>
                    <a:cubicBezTo>
                      <a:pt x="83961" y="56709"/>
                      <a:pt x="67382" y="70068"/>
                      <a:pt x="47234" y="70068"/>
                    </a:cubicBezTo>
                    <a:lnTo>
                      <a:pt x="28778" y="70068"/>
                    </a:lnTo>
                    <a:lnTo>
                      <a:pt x="28778" y="107310"/>
                    </a:lnTo>
                    <a:lnTo>
                      <a:pt x="46203" y="107310"/>
                    </a:lnTo>
                    <a:lnTo>
                      <a:pt x="4620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381" y="0"/>
                    </a:lnTo>
                    <a:cubicBezTo>
                      <a:pt x="67713" y="18"/>
                      <a:pt x="83961" y="13046"/>
                      <a:pt x="83961" y="34022"/>
                    </a:cubicBezTo>
                    <a:close/>
                    <a:moveTo>
                      <a:pt x="69074" y="33856"/>
                    </a:moveTo>
                    <a:cubicBezTo>
                      <a:pt x="69074" y="19136"/>
                      <a:pt x="59764" y="10838"/>
                      <a:pt x="46221" y="10838"/>
                    </a:cubicBezTo>
                    <a:lnTo>
                      <a:pt x="28796" y="10838"/>
                    </a:lnTo>
                    <a:lnTo>
                      <a:pt x="28796" y="58899"/>
                    </a:lnTo>
                    <a:lnTo>
                      <a:pt x="46405" y="58899"/>
                    </a:lnTo>
                    <a:cubicBezTo>
                      <a:pt x="59599" y="58899"/>
                      <a:pt x="69074" y="49938"/>
                      <a:pt x="69074" y="3385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89" name="Freeform: Shape 305"/>
              <p:cNvSpPr/>
              <p:nvPr/>
            </p:nvSpPr>
            <p:spPr>
              <a:xfrm>
                <a:off x="9217080" y="4820400"/>
                <a:ext cx="61200" cy="9288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78182" h="118479">
                    <a:moveTo>
                      <a:pt x="78183" y="87843"/>
                    </a:moveTo>
                    <a:lnTo>
                      <a:pt x="7818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77852" y="0"/>
                    </a:lnTo>
                    <a:lnTo>
                      <a:pt x="77852" y="28263"/>
                    </a:lnTo>
                    <a:lnTo>
                      <a:pt x="64990" y="28263"/>
                    </a:lnTo>
                    <a:lnTo>
                      <a:pt x="64990" y="11169"/>
                    </a:lnTo>
                    <a:lnTo>
                      <a:pt x="28778" y="11169"/>
                    </a:lnTo>
                    <a:lnTo>
                      <a:pt x="28778" y="50766"/>
                    </a:lnTo>
                    <a:lnTo>
                      <a:pt x="64824" y="50766"/>
                    </a:lnTo>
                    <a:lnTo>
                      <a:pt x="64824" y="62616"/>
                    </a:lnTo>
                    <a:lnTo>
                      <a:pt x="28778" y="62616"/>
                    </a:lnTo>
                    <a:lnTo>
                      <a:pt x="28778" y="107292"/>
                    </a:lnTo>
                    <a:lnTo>
                      <a:pt x="65339" y="107292"/>
                    </a:lnTo>
                    <a:lnTo>
                      <a:pt x="65339" y="87824"/>
                    </a:lnTo>
                    <a:lnTo>
                      <a:pt x="78183" y="87824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90" name="Freeform: Shape 306"/>
              <p:cNvSpPr/>
              <p:nvPr/>
            </p:nvSpPr>
            <p:spPr>
              <a:xfrm>
                <a:off x="9300240" y="4820400"/>
                <a:ext cx="77040" cy="92880"/>
              </a:xfrm>
              <a:custGeom>
                <a:avLst/>
                <a:gdLst>
                  <a:gd name="textAreaLeft" fmla="*/ 0 w 77040"/>
                  <a:gd name="textAreaRight" fmla="*/ 77400 w 7704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98349" h="118479">
                    <a:moveTo>
                      <a:pt x="98349" y="107310"/>
                    </a:moveTo>
                    <a:lnTo>
                      <a:pt x="98349" y="118479"/>
                    </a:lnTo>
                    <a:lnTo>
                      <a:pt x="73288" y="118479"/>
                    </a:lnTo>
                    <a:lnTo>
                      <a:pt x="44860" y="68044"/>
                    </a:lnTo>
                    <a:lnTo>
                      <a:pt x="28778" y="68044"/>
                    </a:lnTo>
                    <a:lnTo>
                      <a:pt x="28778" y="107310"/>
                    </a:lnTo>
                    <a:lnTo>
                      <a:pt x="42320" y="107310"/>
                    </a:lnTo>
                    <a:lnTo>
                      <a:pt x="42320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4" y="107310"/>
                    </a:lnTo>
                    <a:lnTo>
                      <a:pt x="14554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215" y="0"/>
                    </a:lnTo>
                    <a:cubicBezTo>
                      <a:pt x="66848" y="0"/>
                      <a:pt x="82764" y="14058"/>
                      <a:pt x="82764" y="32329"/>
                    </a:cubicBezTo>
                    <a:cubicBezTo>
                      <a:pt x="82764" y="47049"/>
                      <a:pt x="72773" y="59580"/>
                      <a:pt x="58568" y="64990"/>
                    </a:cubicBezTo>
                    <a:lnTo>
                      <a:pt x="83280" y="107310"/>
                    </a:lnTo>
                    <a:lnTo>
                      <a:pt x="98349" y="107310"/>
                    </a:lnTo>
                    <a:close/>
                    <a:moveTo>
                      <a:pt x="67878" y="32513"/>
                    </a:moveTo>
                    <a:cubicBezTo>
                      <a:pt x="67878" y="19320"/>
                      <a:pt x="58568" y="10856"/>
                      <a:pt x="45871" y="10856"/>
                    </a:cubicBezTo>
                    <a:lnTo>
                      <a:pt x="28778" y="10856"/>
                    </a:lnTo>
                    <a:lnTo>
                      <a:pt x="28778" y="57225"/>
                    </a:lnTo>
                    <a:lnTo>
                      <a:pt x="43848" y="57225"/>
                    </a:lnTo>
                    <a:cubicBezTo>
                      <a:pt x="58053" y="57206"/>
                      <a:pt x="67878" y="47730"/>
                      <a:pt x="67878" y="3251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91" name="Freeform: Shape 307"/>
              <p:cNvSpPr/>
              <p:nvPr/>
            </p:nvSpPr>
            <p:spPr>
              <a:xfrm>
                <a:off x="9392400" y="4820400"/>
                <a:ext cx="33840" cy="92880"/>
              </a:xfrm>
              <a:custGeom>
                <a:avLst/>
                <a:gdLst>
                  <a:gd name="textAreaLeft" fmla="*/ 0 w 33840"/>
                  <a:gd name="textAreaRight" fmla="*/ 34200 w 3384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43332" h="118479">
                    <a:moveTo>
                      <a:pt x="28778" y="11169"/>
                    </a:moveTo>
                    <a:lnTo>
                      <a:pt x="28778" y="107310"/>
                    </a:lnTo>
                    <a:lnTo>
                      <a:pt x="43333" y="107310"/>
                    </a:lnTo>
                    <a:lnTo>
                      <a:pt x="4333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4" y="107310"/>
                    </a:lnTo>
                    <a:lnTo>
                      <a:pt x="14554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3333" y="0"/>
                    </a:lnTo>
                    <a:lnTo>
                      <a:pt x="43333" y="11169"/>
                    </a:lnTo>
                    <a:lnTo>
                      <a:pt x="28778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92" name="Freeform: Shape 308"/>
              <p:cNvSpPr/>
              <p:nvPr/>
            </p:nvSpPr>
            <p:spPr>
              <a:xfrm>
                <a:off x="9443880" y="4820400"/>
                <a:ext cx="72360" cy="92880"/>
              </a:xfrm>
              <a:custGeom>
                <a:avLst/>
                <a:gdLst>
                  <a:gd name="textAreaLeft" fmla="*/ 0 w 72360"/>
                  <a:gd name="textAreaRight" fmla="*/ 72720 w 723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92424" h="118479">
                    <a:moveTo>
                      <a:pt x="92425" y="33176"/>
                    </a:moveTo>
                    <a:lnTo>
                      <a:pt x="79563" y="33176"/>
                    </a:lnTo>
                    <a:lnTo>
                      <a:pt x="79563" y="11169"/>
                    </a:lnTo>
                    <a:lnTo>
                      <a:pt x="53324" y="11169"/>
                    </a:lnTo>
                    <a:lnTo>
                      <a:pt x="53324" y="107310"/>
                    </a:lnTo>
                    <a:lnTo>
                      <a:pt x="68891" y="107310"/>
                    </a:lnTo>
                    <a:lnTo>
                      <a:pt x="68891" y="118479"/>
                    </a:lnTo>
                    <a:lnTo>
                      <a:pt x="23534" y="118479"/>
                    </a:lnTo>
                    <a:lnTo>
                      <a:pt x="23534" y="107310"/>
                    </a:lnTo>
                    <a:lnTo>
                      <a:pt x="39101" y="107310"/>
                    </a:lnTo>
                    <a:lnTo>
                      <a:pt x="39101" y="11169"/>
                    </a:lnTo>
                    <a:lnTo>
                      <a:pt x="12862" y="11169"/>
                    </a:lnTo>
                    <a:lnTo>
                      <a:pt x="12862" y="33176"/>
                    </a:lnTo>
                    <a:lnTo>
                      <a:pt x="0" y="33176"/>
                    </a:lnTo>
                    <a:lnTo>
                      <a:pt x="0" y="0"/>
                    </a:lnTo>
                    <a:lnTo>
                      <a:pt x="92406" y="0"/>
                    </a:lnTo>
                    <a:lnTo>
                      <a:pt x="92406" y="33176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493" name="Freeform: Shape 309"/>
              <p:cNvSpPr/>
              <p:nvPr/>
            </p:nvSpPr>
            <p:spPr>
              <a:xfrm>
                <a:off x="9528840" y="4820400"/>
                <a:ext cx="83880" cy="92880"/>
              </a:xfrm>
              <a:custGeom>
                <a:avLst/>
                <a:gdLst>
                  <a:gd name="textAreaLeft" fmla="*/ 0 w 83880"/>
                  <a:gd name="textAreaRight" fmla="*/ 84240 w 8388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06960" h="118479">
                    <a:moveTo>
                      <a:pt x="61089" y="67529"/>
                    </a:moveTo>
                    <a:lnTo>
                      <a:pt x="61089" y="107310"/>
                    </a:lnTo>
                    <a:lnTo>
                      <a:pt x="76821" y="107310"/>
                    </a:lnTo>
                    <a:lnTo>
                      <a:pt x="76821" y="118479"/>
                    </a:lnTo>
                    <a:lnTo>
                      <a:pt x="31134" y="118479"/>
                    </a:lnTo>
                    <a:lnTo>
                      <a:pt x="31134" y="107292"/>
                    </a:lnTo>
                    <a:lnTo>
                      <a:pt x="46865" y="107292"/>
                    </a:lnTo>
                    <a:lnTo>
                      <a:pt x="46865" y="67860"/>
                    </a:lnTo>
                    <a:lnTo>
                      <a:pt x="13028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1805" y="0"/>
                    </a:lnTo>
                    <a:lnTo>
                      <a:pt x="41805" y="10838"/>
                    </a:lnTo>
                    <a:lnTo>
                      <a:pt x="28613" y="10838"/>
                    </a:lnTo>
                    <a:lnTo>
                      <a:pt x="54851" y="54501"/>
                    </a:lnTo>
                    <a:lnTo>
                      <a:pt x="80410" y="10838"/>
                    </a:lnTo>
                    <a:lnTo>
                      <a:pt x="67363" y="10838"/>
                    </a:lnTo>
                    <a:lnTo>
                      <a:pt x="67363" y="0"/>
                    </a:lnTo>
                    <a:lnTo>
                      <a:pt x="106961" y="0"/>
                    </a:lnTo>
                    <a:lnTo>
                      <a:pt x="106961" y="11169"/>
                    </a:lnTo>
                    <a:lnTo>
                      <a:pt x="93933" y="11169"/>
                    </a:lnTo>
                    <a:lnTo>
                      <a:pt x="61089" y="6752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  <p:sp>
          <p:nvSpPr>
            <p:cNvPr id="494" name="Freeform: Shape 310"/>
            <p:cNvSpPr/>
            <p:nvPr/>
          </p:nvSpPr>
          <p:spPr>
            <a:xfrm>
              <a:off x="8903520" y="4674600"/>
              <a:ext cx="567360" cy="8640"/>
            </a:xfrm>
            <a:custGeom>
              <a:avLst/>
              <a:gdLst>
                <a:gd name="textAreaLeft" fmla="*/ 0 w 567360"/>
                <a:gd name="textAreaRight" fmla="*/ 567720 w 567360"/>
                <a:gd name="textAreaTop" fmla="*/ 0 h 8640"/>
                <a:gd name="textAreaBottom" fmla="*/ 9000 h 8640"/>
              </a:gdLst>
              <a:ahLst/>
              <a:rect l="textAreaLeft" t="textAreaTop" r="textAreaRight" b="textAreaBottom"/>
              <a:pathLst>
                <a:path w="722154" h="11279">
                  <a:moveTo>
                    <a:pt x="0" y="0"/>
                  </a:moveTo>
                  <a:lnTo>
                    <a:pt x="722154" y="0"/>
                  </a:lnTo>
                  <a:lnTo>
                    <a:pt x="722154" y="11279"/>
                  </a:lnTo>
                  <a:lnTo>
                    <a:pt x="0" y="11279"/>
                  </a:ln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0" bIns="-36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495" name="Freeform: Shape 311"/>
            <p:cNvSpPr/>
            <p:nvPr/>
          </p:nvSpPr>
          <p:spPr>
            <a:xfrm>
              <a:off x="9010800" y="4101120"/>
              <a:ext cx="132840" cy="13284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132840"/>
                <a:gd name="textAreaBottom" fmla="*/ 133200 h 132840"/>
              </a:gdLst>
              <a:ahLst/>
              <a:rect l="textAreaLeft" t="textAreaTop" r="textAreaRight" b="textAreaBottom"/>
              <a:pathLst>
                <a:path w="169521" h="169521">
                  <a:moveTo>
                    <a:pt x="84752" y="169521"/>
                  </a:moveTo>
                  <a:cubicBezTo>
                    <a:pt x="38015" y="169521"/>
                    <a:pt x="0" y="131507"/>
                    <a:pt x="0" y="84752"/>
                  </a:cubicBezTo>
                  <a:cubicBezTo>
                    <a:pt x="0" y="37997"/>
                    <a:pt x="38015" y="0"/>
                    <a:pt x="84752" y="0"/>
                  </a:cubicBezTo>
                  <a:cubicBezTo>
                    <a:pt x="131488" y="0"/>
                    <a:pt x="169522" y="38015"/>
                    <a:pt x="169522" y="84770"/>
                  </a:cubicBezTo>
                  <a:cubicBezTo>
                    <a:pt x="169522" y="131525"/>
                    <a:pt x="131488" y="169521"/>
                    <a:pt x="84752" y="169521"/>
                  </a:cubicBezTo>
                  <a:close/>
                  <a:moveTo>
                    <a:pt x="84752" y="11279"/>
                  </a:moveTo>
                  <a:cubicBezTo>
                    <a:pt x="44235" y="11279"/>
                    <a:pt x="11279" y="44234"/>
                    <a:pt x="11279" y="84752"/>
                  </a:cubicBezTo>
                  <a:cubicBezTo>
                    <a:pt x="11279" y="125269"/>
                    <a:pt x="44235" y="158224"/>
                    <a:pt x="84752" y="158224"/>
                  </a:cubicBezTo>
                  <a:cubicBezTo>
                    <a:pt x="125269" y="158224"/>
                    <a:pt x="158224" y="125269"/>
                    <a:pt x="158224" y="84752"/>
                  </a:cubicBezTo>
                  <a:cubicBezTo>
                    <a:pt x="158224" y="44234"/>
                    <a:pt x="125269" y="11279"/>
                    <a:pt x="84752" y="11279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496" name="Freeform: Shape 312"/>
            <p:cNvSpPr/>
            <p:nvPr/>
          </p:nvSpPr>
          <p:spPr>
            <a:xfrm>
              <a:off x="9223200" y="4101120"/>
              <a:ext cx="132840" cy="132840"/>
            </a:xfrm>
            <a:custGeom>
              <a:avLst/>
              <a:gdLst>
                <a:gd name="textAreaLeft" fmla="*/ 0 w 132840"/>
                <a:gd name="textAreaRight" fmla="*/ 133200 w 132840"/>
                <a:gd name="textAreaTop" fmla="*/ 0 h 132840"/>
                <a:gd name="textAreaBottom" fmla="*/ 133200 h 132840"/>
              </a:gdLst>
              <a:ahLst/>
              <a:rect l="textAreaLeft" t="textAreaTop" r="textAreaRight" b="textAreaBottom"/>
              <a:pathLst>
                <a:path w="169521" h="169521">
                  <a:moveTo>
                    <a:pt x="84770" y="169521"/>
                  </a:moveTo>
                  <a:cubicBezTo>
                    <a:pt x="38033" y="169521"/>
                    <a:pt x="0" y="131507"/>
                    <a:pt x="0" y="84752"/>
                  </a:cubicBezTo>
                  <a:cubicBezTo>
                    <a:pt x="0" y="37997"/>
                    <a:pt x="38033" y="0"/>
                    <a:pt x="84770" y="0"/>
                  </a:cubicBezTo>
                  <a:cubicBezTo>
                    <a:pt x="131507" y="0"/>
                    <a:pt x="169521" y="38015"/>
                    <a:pt x="169521" y="84770"/>
                  </a:cubicBezTo>
                  <a:cubicBezTo>
                    <a:pt x="169521" y="131525"/>
                    <a:pt x="131507" y="169521"/>
                    <a:pt x="84770" y="169521"/>
                  </a:cubicBezTo>
                  <a:close/>
                  <a:moveTo>
                    <a:pt x="84770" y="11279"/>
                  </a:moveTo>
                  <a:cubicBezTo>
                    <a:pt x="44253" y="11279"/>
                    <a:pt x="11297" y="44234"/>
                    <a:pt x="11297" y="84752"/>
                  </a:cubicBezTo>
                  <a:cubicBezTo>
                    <a:pt x="11297" y="125269"/>
                    <a:pt x="44253" y="158224"/>
                    <a:pt x="84770" y="158224"/>
                  </a:cubicBezTo>
                  <a:cubicBezTo>
                    <a:pt x="125287" y="158224"/>
                    <a:pt x="158242" y="125269"/>
                    <a:pt x="158242" y="84752"/>
                  </a:cubicBezTo>
                  <a:cubicBezTo>
                    <a:pt x="158242" y="44234"/>
                    <a:pt x="125269" y="11279"/>
                    <a:pt x="84770" y="11279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497" name="Freeform: Shape 313"/>
            <p:cNvSpPr/>
            <p:nvPr/>
          </p:nvSpPr>
          <p:spPr>
            <a:xfrm>
              <a:off x="9260280" y="4176360"/>
              <a:ext cx="59040" cy="23040"/>
            </a:xfrm>
            <a:custGeom>
              <a:avLst/>
              <a:gdLst>
                <a:gd name="textAreaLeft" fmla="*/ 0 w 59040"/>
                <a:gd name="textAreaRight" fmla="*/ 59400 w 59040"/>
                <a:gd name="textAreaTop" fmla="*/ 0 h 23040"/>
                <a:gd name="textAreaBottom" fmla="*/ 23400 h 23040"/>
              </a:gdLst>
              <a:ahLst/>
              <a:rect l="textAreaLeft" t="textAreaTop" r="textAreaRight" b="textAreaBottom"/>
              <a:pathLst>
                <a:path w="75477" h="29863">
                  <a:moveTo>
                    <a:pt x="37739" y="29864"/>
                  </a:moveTo>
                  <a:cubicBezTo>
                    <a:pt x="20976" y="29864"/>
                    <a:pt x="6164" y="19762"/>
                    <a:pt x="0" y="4140"/>
                  </a:cubicBezTo>
                  <a:lnTo>
                    <a:pt x="10506" y="0"/>
                  </a:lnTo>
                  <a:cubicBezTo>
                    <a:pt x="14941" y="11279"/>
                    <a:pt x="25632" y="18584"/>
                    <a:pt x="37739" y="18584"/>
                  </a:cubicBezTo>
                  <a:cubicBezTo>
                    <a:pt x="49846" y="18584"/>
                    <a:pt x="60518" y="11298"/>
                    <a:pt x="64971" y="0"/>
                  </a:cubicBezTo>
                  <a:lnTo>
                    <a:pt x="75478" y="4140"/>
                  </a:lnTo>
                  <a:cubicBezTo>
                    <a:pt x="69314" y="19762"/>
                    <a:pt x="54502" y="29864"/>
                    <a:pt x="37739" y="29864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498" name="Freeform: Shape 314"/>
            <p:cNvSpPr/>
            <p:nvPr/>
          </p:nvSpPr>
          <p:spPr>
            <a:xfrm>
              <a:off x="9047880" y="4176360"/>
              <a:ext cx="59040" cy="23040"/>
            </a:xfrm>
            <a:custGeom>
              <a:avLst/>
              <a:gdLst>
                <a:gd name="textAreaLeft" fmla="*/ 0 w 59040"/>
                <a:gd name="textAreaRight" fmla="*/ 59400 w 59040"/>
                <a:gd name="textAreaTop" fmla="*/ 0 h 23040"/>
                <a:gd name="textAreaBottom" fmla="*/ 23400 h 23040"/>
              </a:gdLst>
              <a:ahLst/>
              <a:rect l="textAreaLeft" t="textAreaTop" r="textAreaRight" b="textAreaBottom"/>
              <a:pathLst>
                <a:path w="75477" h="29863">
                  <a:moveTo>
                    <a:pt x="37739" y="29864"/>
                  </a:moveTo>
                  <a:cubicBezTo>
                    <a:pt x="20976" y="29864"/>
                    <a:pt x="6164" y="19762"/>
                    <a:pt x="0" y="4140"/>
                  </a:cubicBezTo>
                  <a:lnTo>
                    <a:pt x="10506" y="0"/>
                  </a:lnTo>
                  <a:cubicBezTo>
                    <a:pt x="14941" y="11279"/>
                    <a:pt x="25631" y="18584"/>
                    <a:pt x="37739" y="18584"/>
                  </a:cubicBezTo>
                  <a:cubicBezTo>
                    <a:pt x="49846" y="18584"/>
                    <a:pt x="60536" y="11298"/>
                    <a:pt x="64971" y="0"/>
                  </a:cubicBezTo>
                  <a:lnTo>
                    <a:pt x="75478" y="4140"/>
                  </a:lnTo>
                  <a:cubicBezTo>
                    <a:pt x="69314" y="19762"/>
                    <a:pt x="54520" y="29864"/>
                    <a:pt x="37739" y="29864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499" name="Freeform: Shape 315"/>
            <p:cNvSpPr/>
            <p:nvPr/>
          </p:nvSpPr>
          <p:spPr>
            <a:xfrm>
              <a:off x="9057600" y="4403520"/>
              <a:ext cx="264600" cy="279720"/>
            </a:xfrm>
            <a:custGeom>
              <a:avLst/>
              <a:gdLst>
                <a:gd name="textAreaLeft" fmla="*/ 0 w 264600"/>
                <a:gd name="textAreaRight" fmla="*/ 264960 w 264600"/>
                <a:gd name="textAreaTop" fmla="*/ 0 h 279720"/>
                <a:gd name="textAreaBottom" fmla="*/ 280080 h 279720"/>
              </a:gdLst>
              <a:ahLst/>
              <a:rect l="textAreaLeft" t="textAreaTop" r="textAreaRight" b="textAreaBottom"/>
              <a:pathLst>
                <a:path w="337074" h="356265">
                  <a:moveTo>
                    <a:pt x="252562" y="356266"/>
                  </a:moveTo>
                  <a:lnTo>
                    <a:pt x="184867" y="356266"/>
                  </a:lnTo>
                  <a:lnTo>
                    <a:pt x="184867" y="215228"/>
                  </a:lnTo>
                  <a:lnTo>
                    <a:pt x="151066" y="215228"/>
                  </a:lnTo>
                  <a:lnTo>
                    <a:pt x="151029" y="356266"/>
                  </a:lnTo>
                  <a:lnTo>
                    <a:pt x="77686" y="356266"/>
                  </a:lnTo>
                  <a:lnTo>
                    <a:pt x="77686" y="131249"/>
                  </a:lnTo>
                  <a:cubicBezTo>
                    <a:pt x="77686" y="130863"/>
                    <a:pt x="77704" y="130476"/>
                    <a:pt x="77778" y="130090"/>
                  </a:cubicBezTo>
                  <a:lnTo>
                    <a:pt x="0" y="44105"/>
                  </a:lnTo>
                  <a:lnTo>
                    <a:pt x="48246" y="55"/>
                  </a:lnTo>
                  <a:lnTo>
                    <a:pt x="96160" y="53379"/>
                  </a:lnTo>
                  <a:cubicBezTo>
                    <a:pt x="98809" y="56342"/>
                    <a:pt x="101864" y="59157"/>
                    <a:pt x="104219" y="61254"/>
                  </a:cubicBezTo>
                  <a:cubicBezTo>
                    <a:pt x="122086" y="77189"/>
                    <a:pt x="145141" y="85966"/>
                    <a:pt x="169098" y="85966"/>
                  </a:cubicBezTo>
                  <a:cubicBezTo>
                    <a:pt x="196901" y="85966"/>
                    <a:pt x="223416" y="74079"/>
                    <a:pt x="241890" y="53379"/>
                  </a:cubicBezTo>
                  <a:lnTo>
                    <a:pt x="289510" y="0"/>
                  </a:lnTo>
                  <a:lnTo>
                    <a:pt x="337074" y="44234"/>
                  </a:lnTo>
                  <a:lnTo>
                    <a:pt x="252562" y="134322"/>
                  </a:lnTo>
                  <a:lnTo>
                    <a:pt x="252562" y="356266"/>
                  </a:lnTo>
                  <a:close/>
                  <a:moveTo>
                    <a:pt x="196147" y="344968"/>
                  </a:moveTo>
                  <a:lnTo>
                    <a:pt x="241283" y="344968"/>
                  </a:lnTo>
                  <a:lnTo>
                    <a:pt x="241283" y="131231"/>
                  </a:lnTo>
                  <a:cubicBezTo>
                    <a:pt x="241283" y="130255"/>
                    <a:pt x="241577" y="127293"/>
                    <a:pt x="244963" y="125931"/>
                  </a:cubicBezTo>
                  <a:lnTo>
                    <a:pt x="321084" y="44786"/>
                  </a:lnTo>
                  <a:lnTo>
                    <a:pt x="290246" y="16119"/>
                  </a:lnTo>
                  <a:lnTo>
                    <a:pt x="250298" y="60905"/>
                  </a:lnTo>
                  <a:cubicBezTo>
                    <a:pt x="229690" y="83997"/>
                    <a:pt x="200103" y="97245"/>
                    <a:pt x="169098" y="97264"/>
                  </a:cubicBezTo>
                  <a:cubicBezTo>
                    <a:pt x="142363" y="97264"/>
                    <a:pt x="116640" y="87475"/>
                    <a:pt x="96712" y="69682"/>
                  </a:cubicBezTo>
                  <a:cubicBezTo>
                    <a:pt x="94118" y="67363"/>
                    <a:pt x="90769" y="64290"/>
                    <a:pt x="87751" y="60905"/>
                  </a:cubicBezTo>
                  <a:lnTo>
                    <a:pt x="47436" y="16063"/>
                  </a:lnTo>
                  <a:lnTo>
                    <a:pt x="15880" y="44878"/>
                  </a:lnTo>
                  <a:lnTo>
                    <a:pt x="92609" y="129685"/>
                  </a:lnTo>
                  <a:lnTo>
                    <a:pt x="91321" y="132960"/>
                  </a:lnTo>
                  <a:cubicBezTo>
                    <a:pt x="90769" y="134359"/>
                    <a:pt x="89885" y="135205"/>
                    <a:pt x="88947" y="135739"/>
                  </a:cubicBezTo>
                  <a:lnTo>
                    <a:pt x="88947" y="344986"/>
                  </a:lnTo>
                  <a:lnTo>
                    <a:pt x="139731" y="344986"/>
                  </a:lnTo>
                  <a:lnTo>
                    <a:pt x="139731" y="211676"/>
                  </a:lnTo>
                  <a:cubicBezTo>
                    <a:pt x="139731" y="208696"/>
                    <a:pt x="141443" y="203948"/>
                    <a:pt x="146061" y="203948"/>
                  </a:cubicBezTo>
                  <a:lnTo>
                    <a:pt x="195613" y="203948"/>
                  </a:lnTo>
                  <a:lnTo>
                    <a:pt x="197159" y="207242"/>
                  </a:lnTo>
                  <a:cubicBezTo>
                    <a:pt x="198447" y="210057"/>
                    <a:pt x="197141" y="212302"/>
                    <a:pt x="196147" y="213590"/>
                  </a:cubicBezTo>
                  <a:lnTo>
                    <a:pt x="196147" y="344968"/>
                  </a:ln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grpSp>
          <p:nvGrpSpPr>
            <p:cNvPr id="500" name="Graphic 228"/>
            <p:cNvGrpSpPr/>
            <p:nvPr/>
          </p:nvGrpSpPr>
          <p:grpSpPr>
            <a:xfrm>
              <a:off x="8946360" y="4271040"/>
              <a:ext cx="482040" cy="412200"/>
              <a:chOff x="8946360" y="4271040"/>
              <a:chExt cx="482040" cy="412200"/>
            </a:xfrm>
          </p:grpSpPr>
          <p:sp>
            <p:nvSpPr>
              <p:cNvPr id="501" name="Freeform: Shape 317"/>
              <p:cNvSpPr/>
              <p:nvPr/>
            </p:nvSpPr>
            <p:spPr>
              <a:xfrm>
                <a:off x="9172080" y="4568400"/>
                <a:ext cx="36360" cy="3960"/>
              </a:xfrm>
              <a:custGeom>
                <a:avLst/>
                <a:gdLst>
                  <a:gd name="textAreaLeft" fmla="*/ 0 w 36360"/>
                  <a:gd name="textAreaRight" fmla="*/ 36720 w 36360"/>
                  <a:gd name="textAreaTop" fmla="*/ 0 h 3960"/>
                  <a:gd name="textAreaBottom" fmla="*/ 4320 h 3960"/>
                </a:gdLst>
                <a:ahLst/>
                <a:rect l="textAreaLeft" t="textAreaTop" r="textAreaRight" b="textAreaBottom"/>
                <a:pathLst>
                  <a:path w="46677" h="5630">
                    <a:moveTo>
                      <a:pt x="700" y="0"/>
                    </a:moveTo>
                    <a:cubicBezTo>
                      <a:pt x="405" y="0"/>
                      <a:pt x="0" y="1803"/>
                      <a:pt x="0" y="2079"/>
                    </a:cubicBezTo>
                    <a:lnTo>
                      <a:pt x="0" y="5630"/>
                    </a:lnTo>
                    <a:lnTo>
                      <a:pt x="45136" y="5630"/>
                    </a:lnTo>
                    <a:lnTo>
                      <a:pt x="45136" y="2079"/>
                    </a:lnTo>
                    <a:cubicBezTo>
                      <a:pt x="45136" y="1785"/>
                      <a:pt x="46939" y="0"/>
                      <a:pt x="46645" y="0"/>
                    </a:cubicBez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0680" bIns="-4068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02" name="Freeform: Shape 318"/>
              <p:cNvSpPr/>
              <p:nvPr/>
            </p:nvSpPr>
            <p:spPr>
              <a:xfrm>
                <a:off x="8946360" y="4271040"/>
                <a:ext cx="241560" cy="412200"/>
              </a:xfrm>
              <a:custGeom>
                <a:avLst/>
                <a:gdLst>
                  <a:gd name="textAreaLeft" fmla="*/ 0 w 241560"/>
                  <a:gd name="textAreaRight" fmla="*/ 241920 w 241560"/>
                  <a:gd name="textAreaTop" fmla="*/ 0 h 412200"/>
                  <a:gd name="textAreaBottom" fmla="*/ 412560 h 412200"/>
                </a:gdLst>
                <a:ahLst/>
                <a:rect l="textAreaLeft" t="textAreaTop" r="textAreaRight" b="textAreaBottom"/>
                <a:pathLst>
                  <a:path w="307634" h="524683">
                    <a:moveTo>
                      <a:pt x="224722" y="519034"/>
                    </a:moveTo>
                    <a:lnTo>
                      <a:pt x="224722" y="456050"/>
                    </a:lnTo>
                    <a:lnTo>
                      <a:pt x="219994" y="513385"/>
                    </a:lnTo>
                    <a:lnTo>
                      <a:pt x="126557" y="513385"/>
                    </a:lnTo>
                    <a:lnTo>
                      <a:pt x="80520" y="73325"/>
                    </a:lnTo>
                    <a:lnTo>
                      <a:pt x="50766" y="73325"/>
                    </a:lnTo>
                    <a:lnTo>
                      <a:pt x="50766" y="282076"/>
                    </a:lnTo>
                    <a:lnTo>
                      <a:pt x="11279" y="282076"/>
                    </a:lnTo>
                    <a:lnTo>
                      <a:pt x="11279" y="11279"/>
                    </a:lnTo>
                    <a:lnTo>
                      <a:pt x="288240" y="11279"/>
                    </a:lnTo>
                    <a:lnTo>
                      <a:pt x="296428" y="95129"/>
                    </a:lnTo>
                    <a:cubicBezTo>
                      <a:pt x="300053" y="94301"/>
                      <a:pt x="303807" y="93878"/>
                      <a:pt x="307634" y="93694"/>
                    </a:cubicBezTo>
                    <a:lnTo>
                      <a:pt x="298489" y="0"/>
                    </a:lnTo>
                    <a:lnTo>
                      <a:pt x="0" y="0"/>
                    </a:lnTo>
                    <a:lnTo>
                      <a:pt x="0" y="293374"/>
                    </a:lnTo>
                    <a:lnTo>
                      <a:pt x="62064" y="293374"/>
                    </a:lnTo>
                    <a:lnTo>
                      <a:pt x="62064" y="84623"/>
                    </a:lnTo>
                    <a:lnTo>
                      <a:pt x="70381" y="84623"/>
                    </a:lnTo>
                    <a:lnTo>
                      <a:pt x="116418" y="524683"/>
                    </a:lnTo>
                    <a:lnTo>
                      <a:pt x="230408" y="524683"/>
                    </a:lnTo>
                    <a:lnTo>
                      <a:pt x="230868" y="519034"/>
                    </a:lnTo>
                    <a:lnTo>
                      <a:pt x="224722" y="519034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03" name="Freeform: Shape 319"/>
              <p:cNvSpPr/>
              <p:nvPr/>
            </p:nvSpPr>
            <p:spPr>
              <a:xfrm>
                <a:off x="9200880" y="4271040"/>
                <a:ext cx="227520" cy="412200"/>
              </a:xfrm>
              <a:custGeom>
                <a:avLst/>
                <a:gdLst>
                  <a:gd name="textAreaLeft" fmla="*/ 0 w 227520"/>
                  <a:gd name="textAreaRight" fmla="*/ 227880 w 227520"/>
                  <a:gd name="textAreaTop" fmla="*/ 0 h 412200"/>
                  <a:gd name="textAreaBottom" fmla="*/ 412560 h 412200"/>
                </a:gdLst>
                <a:ahLst/>
                <a:rect l="textAreaLeft" t="textAreaTop" r="textAreaRight" b="textAreaBottom"/>
                <a:pathLst>
                  <a:path w="289730" h="524719">
                    <a:moveTo>
                      <a:pt x="227060" y="284265"/>
                    </a:moveTo>
                    <a:lnTo>
                      <a:pt x="289730" y="277991"/>
                    </a:lnTo>
                    <a:lnTo>
                      <a:pt x="267006" y="0"/>
                    </a:lnTo>
                    <a:lnTo>
                      <a:pt x="25282" y="0"/>
                    </a:lnTo>
                    <a:lnTo>
                      <a:pt x="0" y="94798"/>
                    </a:lnTo>
                    <a:cubicBezTo>
                      <a:pt x="3735" y="95589"/>
                      <a:pt x="7323" y="96730"/>
                      <a:pt x="10783" y="98147"/>
                    </a:cubicBezTo>
                    <a:lnTo>
                      <a:pt x="33948" y="11279"/>
                    </a:lnTo>
                    <a:lnTo>
                      <a:pt x="256610" y="11279"/>
                    </a:lnTo>
                    <a:lnTo>
                      <a:pt x="277587" y="267871"/>
                    </a:lnTo>
                    <a:lnTo>
                      <a:pt x="237382" y="271900"/>
                    </a:lnTo>
                    <a:lnTo>
                      <a:pt x="221134" y="73362"/>
                    </a:lnTo>
                    <a:lnTo>
                      <a:pt x="186192" y="73362"/>
                    </a:lnTo>
                    <a:lnTo>
                      <a:pt x="210186" y="372384"/>
                    </a:lnTo>
                    <a:lnTo>
                      <a:pt x="157194" y="372384"/>
                    </a:lnTo>
                    <a:lnTo>
                      <a:pt x="146503" y="513422"/>
                    </a:lnTo>
                    <a:lnTo>
                      <a:pt x="64898" y="513422"/>
                    </a:lnTo>
                    <a:lnTo>
                      <a:pt x="64898" y="519071"/>
                    </a:lnTo>
                    <a:lnTo>
                      <a:pt x="42357" y="519071"/>
                    </a:lnTo>
                    <a:lnTo>
                      <a:pt x="42781" y="524720"/>
                    </a:lnTo>
                    <a:lnTo>
                      <a:pt x="156955" y="524720"/>
                    </a:lnTo>
                    <a:lnTo>
                      <a:pt x="167645" y="383682"/>
                    </a:lnTo>
                    <a:lnTo>
                      <a:pt x="222386" y="383682"/>
                    </a:lnTo>
                    <a:lnTo>
                      <a:pt x="198392" y="84660"/>
                    </a:lnTo>
                    <a:lnTo>
                      <a:pt x="210702" y="84660"/>
                    </a:lnTo>
                    <a:lnTo>
                      <a:pt x="227060" y="284265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  <p:sp>
          <p:nvSpPr>
            <p:cNvPr id="504" name="Freeform: Shape 320"/>
            <p:cNvSpPr/>
            <p:nvPr/>
          </p:nvSpPr>
          <p:spPr>
            <a:xfrm>
              <a:off x="9136800" y="4340160"/>
              <a:ext cx="106920" cy="106920"/>
            </a:xfrm>
            <a:custGeom>
              <a:avLst/>
              <a:gdLst>
                <a:gd name="textAreaLeft" fmla="*/ 0 w 106920"/>
                <a:gd name="textAreaRight" fmla="*/ 107280 w 106920"/>
                <a:gd name="textAreaTop" fmla="*/ 0 h 106920"/>
                <a:gd name="textAreaBottom" fmla="*/ 107280 h 106920"/>
              </a:gdLst>
              <a:ahLst/>
              <a:rect l="textAreaLeft" t="textAreaTop" r="textAreaRight" b="textAreaBottom"/>
              <a:pathLst>
                <a:path w="136603" h="136603">
                  <a:moveTo>
                    <a:pt x="68302" y="136603"/>
                  </a:moveTo>
                  <a:cubicBezTo>
                    <a:pt x="30637" y="136603"/>
                    <a:pt x="0" y="105967"/>
                    <a:pt x="0" y="68302"/>
                  </a:cubicBezTo>
                  <a:cubicBezTo>
                    <a:pt x="0" y="30636"/>
                    <a:pt x="30637" y="0"/>
                    <a:pt x="68302" y="0"/>
                  </a:cubicBezTo>
                  <a:cubicBezTo>
                    <a:pt x="105967" y="0"/>
                    <a:pt x="136604" y="30636"/>
                    <a:pt x="136604" y="68302"/>
                  </a:cubicBezTo>
                  <a:cubicBezTo>
                    <a:pt x="136604" y="105967"/>
                    <a:pt x="105967" y="136603"/>
                    <a:pt x="68302" y="136603"/>
                  </a:cubicBezTo>
                  <a:close/>
                  <a:moveTo>
                    <a:pt x="68302" y="11279"/>
                  </a:moveTo>
                  <a:cubicBezTo>
                    <a:pt x="36856" y="11279"/>
                    <a:pt x="11279" y="36856"/>
                    <a:pt x="11279" y="68302"/>
                  </a:cubicBezTo>
                  <a:cubicBezTo>
                    <a:pt x="11279" y="99748"/>
                    <a:pt x="36856" y="125324"/>
                    <a:pt x="68302" y="125324"/>
                  </a:cubicBezTo>
                  <a:cubicBezTo>
                    <a:pt x="99748" y="125324"/>
                    <a:pt x="125324" y="99748"/>
                    <a:pt x="125324" y="68302"/>
                  </a:cubicBezTo>
                  <a:cubicBezTo>
                    <a:pt x="125324" y="36856"/>
                    <a:pt x="99748" y="11279"/>
                    <a:pt x="68302" y="11279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505" name="Freeform: Shape 321"/>
            <p:cNvSpPr/>
            <p:nvPr/>
          </p:nvSpPr>
          <p:spPr>
            <a:xfrm>
              <a:off x="9166680" y="4398480"/>
              <a:ext cx="47520" cy="2124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21240"/>
                <a:gd name="textAreaBottom" fmla="*/ 21600 h 21240"/>
              </a:gdLst>
              <a:ahLst/>
              <a:rect l="textAreaLeft" t="textAreaTop" r="textAreaRight" b="textAreaBottom"/>
              <a:pathLst>
                <a:path w="61015" h="27600">
                  <a:moveTo>
                    <a:pt x="30508" y="27600"/>
                  </a:moveTo>
                  <a:cubicBezTo>
                    <a:pt x="15365" y="27600"/>
                    <a:pt x="3496" y="15033"/>
                    <a:pt x="0" y="3202"/>
                  </a:cubicBezTo>
                  <a:lnTo>
                    <a:pt x="10820" y="0"/>
                  </a:lnTo>
                  <a:cubicBezTo>
                    <a:pt x="13138" y="7838"/>
                    <a:pt x="21326" y="16303"/>
                    <a:pt x="30508" y="16303"/>
                  </a:cubicBezTo>
                  <a:cubicBezTo>
                    <a:pt x="39690" y="16303"/>
                    <a:pt x="47878" y="7838"/>
                    <a:pt x="50196" y="0"/>
                  </a:cubicBezTo>
                  <a:lnTo>
                    <a:pt x="61015" y="3202"/>
                  </a:lnTo>
                  <a:cubicBezTo>
                    <a:pt x="57501" y="15033"/>
                    <a:pt x="45633" y="27600"/>
                    <a:pt x="30508" y="27600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3400" bIns="-234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</p:grpSp>
      <p:grpSp>
        <p:nvGrpSpPr>
          <p:cNvPr id="506" name="Graphic 228"/>
          <p:cNvGrpSpPr/>
          <p:nvPr/>
        </p:nvGrpSpPr>
        <p:grpSpPr>
          <a:xfrm>
            <a:off x="7429320" y="5289840"/>
            <a:ext cx="1435320" cy="824400"/>
            <a:chOff x="7429320" y="5289840"/>
            <a:chExt cx="1435320" cy="824400"/>
          </a:xfrm>
        </p:grpSpPr>
        <p:grpSp>
          <p:nvGrpSpPr>
            <p:cNvPr id="507" name="Graphic 228"/>
            <p:cNvGrpSpPr/>
            <p:nvPr/>
          </p:nvGrpSpPr>
          <p:grpSpPr>
            <a:xfrm>
              <a:off x="7429320" y="6017040"/>
              <a:ext cx="1435320" cy="97200"/>
              <a:chOff x="7429320" y="6017040"/>
              <a:chExt cx="1435320" cy="97200"/>
            </a:xfrm>
          </p:grpSpPr>
          <p:sp>
            <p:nvSpPr>
              <p:cNvPr id="508" name="Freeform: Shape 324"/>
              <p:cNvSpPr/>
              <p:nvPr/>
            </p:nvSpPr>
            <p:spPr>
              <a:xfrm>
                <a:off x="7429320" y="6019200"/>
                <a:ext cx="77040" cy="92880"/>
              </a:xfrm>
              <a:custGeom>
                <a:avLst/>
                <a:gdLst>
                  <a:gd name="textAreaLeft" fmla="*/ 0 w 77040"/>
                  <a:gd name="textAreaRight" fmla="*/ 77400 w 7704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98312" h="118479">
                    <a:moveTo>
                      <a:pt x="98313" y="107310"/>
                    </a:moveTo>
                    <a:lnTo>
                      <a:pt x="98313" y="118479"/>
                    </a:lnTo>
                    <a:lnTo>
                      <a:pt x="73270" y="118479"/>
                    </a:lnTo>
                    <a:lnTo>
                      <a:pt x="44842" y="68044"/>
                    </a:lnTo>
                    <a:lnTo>
                      <a:pt x="28760" y="68044"/>
                    </a:lnTo>
                    <a:lnTo>
                      <a:pt x="28760" y="107310"/>
                    </a:lnTo>
                    <a:lnTo>
                      <a:pt x="42302" y="107310"/>
                    </a:lnTo>
                    <a:lnTo>
                      <a:pt x="42302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215" y="0"/>
                    </a:lnTo>
                    <a:cubicBezTo>
                      <a:pt x="66848" y="0"/>
                      <a:pt x="82765" y="14058"/>
                      <a:pt x="82765" y="32329"/>
                    </a:cubicBezTo>
                    <a:cubicBezTo>
                      <a:pt x="82765" y="47049"/>
                      <a:pt x="72773" y="59580"/>
                      <a:pt x="58568" y="64990"/>
                    </a:cubicBezTo>
                    <a:lnTo>
                      <a:pt x="83280" y="107310"/>
                    </a:lnTo>
                    <a:lnTo>
                      <a:pt x="98313" y="107310"/>
                    </a:lnTo>
                    <a:close/>
                    <a:moveTo>
                      <a:pt x="67860" y="32495"/>
                    </a:moveTo>
                    <a:cubicBezTo>
                      <a:pt x="67860" y="19302"/>
                      <a:pt x="58550" y="10838"/>
                      <a:pt x="45853" y="10838"/>
                    </a:cubicBezTo>
                    <a:lnTo>
                      <a:pt x="28760" y="10838"/>
                    </a:lnTo>
                    <a:lnTo>
                      <a:pt x="28760" y="57206"/>
                    </a:lnTo>
                    <a:lnTo>
                      <a:pt x="43830" y="57206"/>
                    </a:lnTo>
                    <a:cubicBezTo>
                      <a:pt x="58035" y="57206"/>
                      <a:pt x="67860" y="47730"/>
                      <a:pt x="67860" y="3249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09" name="Freeform: Shape 325"/>
              <p:cNvSpPr/>
              <p:nvPr/>
            </p:nvSpPr>
            <p:spPr>
              <a:xfrm>
                <a:off x="7521480" y="6019200"/>
                <a:ext cx="61200" cy="9288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78182" h="118479">
                    <a:moveTo>
                      <a:pt x="78183" y="87843"/>
                    </a:moveTo>
                    <a:lnTo>
                      <a:pt x="7818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4" y="107310"/>
                    </a:lnTo>
                    <a:lnTo>
                      <a:pt x="14554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77851" y="0"/>
                    </a:lnTo>
                    <a:lnTo>
                      <a:pt x="77851" y="28263"/>
                    </a:lnTo>
                    <a:lnTo>
                      <a:pt x="64989" y="28263"/>
                    </a:lnTo>
                    <a:lnTo>
                      <a:pt x="64989" y="11169"/>
                    </a:lnTo>
                    <a:lnTo>
                      <a:pt x="28778" y="11169"/>
                    </a:lnTo>
                    <a:lnTo>
                      <a:pt x="28778" y="50766"/>
                    </a:lnTo>
                    <a:lnTo>
                      <a:pt x="64824" y="50766"/>
                    </a:lnTo>
                    <a:lnTo>
                      <a:pt x="64824" y="62616"/>
                    </a:lnTo>
                    <a:lnTo>
                      <a:pt x="28778" y="62616"/>
                    </a:lnTo>
                    <a:lnTo>
                      <a:pt x="28778" y="107292"/>
                    </a:lnTo>
                    <a:lnTo>
                      <a:pt x="65339" y="107292"/>
                    </a:lnTo>
                    <a:lnTo>
                      <a:pt x="65339" y="87824"/>
                    </a:lnTo>
                    <a:lnTo>
                      <a:pt x="78183" y="87824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10" name="Freeform: Shape 326"/>
              <p:cNvSpPr/>
              <p:nvPr/>
            </p:nvSpPr>
            <p:spPr>
              <a:xfrm>
                <a:off x="7606080" y="6017040"/>
                <a:ext cx="56880" cy="96840"/>
              </a:xfrm>
              <a:custGeom>
                <a:avLst/>
                <a:gdLst>
                  <a:gd name="textAreaLeft" fmla="*/ 0 w 56880"/>
                  <a:gd name="textAreaRight" fmla="*/ 57240 w 56880"/>
                  <a:gd name="textAreaTop" fmla="*/ 0 h 96840"/>
                  <a:gd name="textAreaBottom" fmla="*/ 97200 h 96840"/>
                </a:gdLst>
                <a:ahLst/>
                <a:rect l="textAreaLeft" t="textAreaTop" r="textAreaRight" b="textAreaBottom"/>
                <a:pathLst>
                  <a:path w="72754" h="123539">
                    <a:moveTo>
                      <a:pt x="72755" y="89517"/>
                    </a:moveTo>
                    <a:cubicBezTo>
                      <a:pt x="72755" y="108470"/>
                      <a:pt x="60224" y="123539"/>
                      <a:pt x="39082" y="123539"/>
                    </a:cubicBezTo>
                    <a:cubicBezTo>
                      <a:pt x="27398" y="123539"/>
                      <a:pt x="18272" y="118295"/>
                      <a:pt x="12181" y="109831"/>
                    </a:cubicBezTo>
                    <a:lnTo>
                      <a:pt x="12181" y="121166"/>
                    </a:lnTo>
                    <a:lnTo>
                      <a:pt x="0" y="121166"/>
                    </a:lnTo>
                    <a:lnTo>
                      <a:pt x="0" y="86481"/>
                    </a:lnTo>
                    <a:lnTo>
                      <a:pt x="10488" y="86481"/>
                    </a:lnTo>
                    <a:cubicBezTo>
                      <a:pt x="13874" y="100870"/>
                      <a:pt x="23516" y="111524"/>
                      <a:pt x="37904" y="111524"/>
                    </a:cubicBezTo>
                    <a:cubicBezTo>
                      <a:pt x="49920" y="111524"/>
                      <a:pt x="58550" y="103741"/>
                      <a:pt x="58550" y="92057"/>
                    </a:cubicBezTo>
                    <a:cubicBezTo>
                      <a:pt x="58550" y="65155"/>
                      <a:pt x="663" y="67179"/>
                      <a:pt x="663" y="30968"/>
                    </a:cubicBezTo>
                    <a:cubicBezTo>
                      <a:pt x="663" y="13708"/>
                      <a:pt x="12843" y="0"/>
                      <a:pt x="31465" y="0"/>
                    </a:cubicBezTo>
                    <a:cubicBezTo>
                      <a:pt x="41787" y="0"/>
                      <a:pt x="50251" y="5078"/>
                      <a:pt x="56010" y="12862"/>
                    </a:cubicBezTo>
                    <a:lnTo>
                      <a:pt x="56010" y="2705"/>
                    </a:lnTo>
                    <a:lnTo>
                      <a:pt x="68191" y="2705"/>
                    </a:lnTo>
                    <a:lnTo>
                      <a:pt x="68191" y="35881"/>
                    </a:lnTo>
                    <a:lnTo>
                      <a:pt x="57703" y="35881"/>
                    </a:lnTo>
                    <a:cubicBezTo>
                      <a:pt x="55164" y="21823"/>
                      <a:pt x="46185" y="11850"/>
                      <a:pt x="32992" y="11850"/>
                    </a:cubicBezTo>
                    <a:cubicBezTo>
                      <a:pt x="21491" y="11850"/>
                      <a:pt x="14721" y="19964"/>
                      <a:pt x="14721" y="29441"/>
                    </a:cubicBezTo>
                    <a:cubicBezTo>
                      <a:pt x="14702" y="54483"/>
                      <a:pt x="72755" y="52790"/>
                      <a:pt x="72755" y="8951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11" name="Freeform: Shape 327"/>
              <p:cNvSpPr/>
              <p:nvPr/>
            </p:nvSpPr>
            <p:spPr>
              <a:xfrm>
                <a:off x="7683840" y="6019200"/>
                <a:ext cx="61200" cy="9288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78201" h="118479">
                    <a:moveTo>
                      <a:pt x="78201" y="87843"/>
                    </a:moveTo>
                    <a:lnTo>
                      <a:pt x="78201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77852" y="0"/>
                    </a:lnTo>
                    <a:lnTo>
                      <a:pt x="77852" y="28263"/>
                    </a:lnTo>
                    <a:lnTo>
                      <a:pt x="64990" y="28263"/>
                    </a:lnTo>
                    <a:lnTo>
                      <a:pt x="64990" y="11169"/>
                    </a:lnTo>
                    <a:lnTo>
                      <a:pt x="28778" y="11169"/>
                    </a:lnTo>
                    <a:lnTo>
                      <a:pt x="28778" y="50766"/>
                    </a:lnTo>
                    <a:lnTo>
                      <a:pt x="64824" y="50766"/>
                    </a:lnTo>
                    <a:lnTo>
                      <a:pt x="64824" y="62616"/>
                    </a:lnTo>
                    <a:lnTo>
                      <a:pt x="28778" y="62616"/>
                    </a:lnTo>
                    <a:lnTo>
                      <a:pt x="28778" y="107292"/>
                    </a:lnTo>
                    <a:lnTo>
                      <a:pt x="65340" y="107292"/>
                    </a:lnTo>
                    <a:lnTo>
                      <a:pt x="65340" y="87824"/>
                    </a:lnTo>
                    <a:lnTo>
                      <a:pt x="78201" y="87824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12" name="Freeform: Shape 328"/>
              <p:cNvSpPr/>
              <p:nvPr/>
            </p:nvSpPr>
            <p:spPr>
              <a:xfrm>
                <a:off x="7761600" y="6018840"/>
                <a:ext cx="91800" cy="92880"/>
              </a:xfrm>
              <a:custGeom>
                <a:avLst/>
                <a:gdLst>
                  <a:gd name="textAreaLeft" fmla="*/ 0 w 91800"/>
                  <a:gd name="textAreaRight" fmla="*/ 92160 w 918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17430" h="118810">
                    <a:moveTo>
                      <a:pt x="117431" y="107642"/>
                    </a:moveTo>
                    <a:lnTo>
                      <a:pt x="117431" y="118810"/>
                    </a:lnTo>
                    <a:lnTo>
                      <a:pt x="75791" y="118810"/>
                    </a:lnTo>
                    <a:lnTo>
                      <a:pt x="75791" y="107642"/>
                    </a:lnTo>
                    <a:lnTo>
                      <a:pt x="90861" y="107642"/>
                    </a:lnTo>
                    <a:lnTo>
                      <a:pt x="80538" y="78698"/>
                    </a:lnTo>
                    <a:lnTo>
                      <a:pt x="35862" y="78698"/>
                    </a:lnTo>
                    <a:lnTo>
                      <a:pt x="25540" y="107642"/>
                    </a:lnTo>
                    <a:lnTo>
                      <a:pt x="40609" y="107642"/>
                    </a:lnTo>
                    <a:lnTo>
                      <a:pt x="40609" y="118810"/>
                    </a:lnTo>
                    <a:lnTo>
                      <a:pt x="0" y="118810"/>
                    </a:lnTo>
                    <a:lnTo>
                      <a:pt x="0" y="107642"/>
                    </a:lnTo>
                    <a:lnTo>
                      <a:pt x="11335" y="107642"/>
                    </a:lnTo>
                    <a:lnTo>
                      <a:pt x="51116" y="0"/>
                    </a:lnTo>
                    <a:lnTo>
                      <a:pt x="66683" y="0"/>
                    </a:lnTo>
                    <a:lnTo>
                      <a:pt x="105949" y="107642"/>
                    </a:lnTo>
                    <a:lnTo>
                      <a:pt x="117431" y="107642"/>
                    </a:lnTo>
                    <a:close/>
                    <a:moveTo>
                      <a:pt x="76472" y="67860"/>
                    </a:moveTo>
                    <a:lnTo>
                      <a:pt x="58200" y="14720"/>
                    </a:lnTo>
                    <a:lnTo>
                      <a:pt x="39929" y="67860"/>
                    </a:lnTo>
                    <a:lnTo>
                      <a:pt x="76472" y="67860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13" name="Freeform: Shape 329"/>
              <p:cNvSpPr/>
              <p:nvPr/>
            </p:nvSpPr>
            <p:spPr>
              <a:xfrm>
                <a:off x="7868880" y="6019200"/>
                <a:ext cx="77040" cy="92880"/>
              </a:xfrm>
              <a:custGeom>
                <a:avLst/>
                <a:gdLst>
                  <a:gd name="textAreaLeft" fmla="*/ 0 w 77040"/>
                  <a:gd name="textAreaRight" fmla="*/ 77400 w 7704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98330" h="118479">
                    <a:moveTo>
                      <a:pt x="98331" y="107310"/>
                    </a:moveTo>
                    <a:lnTo>
                      <a:pt x="98331" y="118479"/>
                    </a:lnTo>
                    <a:lnTo>
                      <a:pt x="73288" y="118479"/>
                    </a:lnTo>
                    <a:lnTo>
                      <a:pt x="44860" y="68044"/>
                    </a:lnTo>
                    <a:lnTo>
                      <a:pt x="28778" y="68044"/>
                    </a:lnTo>
                    <a:lnTo>
                      <a:pt x="28778" y="107310"/>
                    </a:lnTo>
                    <a:lnTo>
                      <a:pt x="42320" y="107310"/>
                    </a:lnTo>
                    <a:lnTo>
                      <a:pt x="42320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215" y="0"/>
                    </a:lnTo>
                    <a:cubicBezTo>
                      <a:pt x="66848" y="0"/>
                      <a:pt x="82765" y="14058"/>
                      <a:pt x="82765" y="32329"/>
                    </a:cubicBezTo>
                    <a:cubicBezTo>
                      <a:pt x="82765" y="47049"/>
                      <a:pt x="72773" y="59580"/>
                      <a:pt x="58568" y="64990"/>
                    </a:cubicBezTo>
                    <a:lnTo>
                      <a:pt x="83280" y="107310"/>
                    </a:lnTo>
                    <a:lnTo>
                      <a:pt x="98331" y="107310"/>
                    </a:lnTo>
                    <a:close/>
                    <a:moveTo>
                      <a:pt x="67860" y="32495"/>
                    </a:moveTo>
                    <a:cubicBezTo>
                      <a:pt x="67860" y="19302"/>
                      <a:pt x="58550" y="10838"/>
                      <a:pt x="45853" y="10838"/>
                    </a:cubicBezTo>
                    <a:lnTo>
                      <a:pt x="28759" y="10838"/>
                    </a:lnTo>
                    <a:lnTo>
                      <a:pt x="28759" y="57206"/>
                    </a:lnTo>
                    <a:lnTo>
                      <a:pt x="43829" y="57206"/>
                    </a:lnTo>
                    <a:cubicBezTo>
                      <a:pt x="58053" y="57206"/>
                      <a:pt x="67860" y="47730"/>
                      <a:pt x="67860" y="3249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14" name="Freeform: Shape 330"/>
              <p:cNvSpPr/>
              <p:nvPr/>
            </p:nvSpPr>
            <p:spPr>
              <a:xfrm>
                <a:off x="7960320" y="6017040"/>
                <a:ext cx="80280" cy="97200"/>
              </a:xfrm>
              <a:custGeom>
                <a:avLst/>
                <a:gdLst>
                  <a:gd name="textAreaLeft" fmla="*/ 0 w 80280"/>
                  <a:gd name="textAreaRight" fmla="*/ 80640 w 80280"/>
                  <a:gd name="textAreaTop" fmla="*/ 0 h 97200"/>
                  <a:gd name="textAreaBottom" fmla="*/ 97560 h 97200"/>
                </a:gdLst>
                <a:ahLst/>
                <a:rect l="textAreaLeft" t="textAreaTop" r="textAreaRight" b="textAreaBottom"/>
                <a:pathLst>
                  <a:path w="102746" h="123907">
                    <a:moveTo>
                      <a:pt x="102747" y="97172"/>
                    </a:moveTo>
                    <a:cubicBezTo>
                      <a:pt x="94614" y="112904"/>
                      <a:pt x="78035" y="123907"/>
                      <a:pt x="58568" y="123907"/>
                    </a:cubicBezTo>
                    <a:cubicBezTo>
                      <a:pt x="22172" y="123907"/>
                      <a:pt x="0" y="96988"/>
                      <a:pt x="0" y="61107"/>
                    </a:cubicBezTo>
                    <a:cubicBezTo>
                      <a:pt x="0" y="27085"/>
                      <a:pt x="23699" y="0"/>
                      <a:pt x="55514" y="0"/>
                    </a:cubicBezTo>
                    <a:cubicBezTo>
                      <a:pt x="69056" y="0"/>
                      <a:pt x="80556" y="6090"/>
                      <a:pt x="88358" y="15732"/>
                    </a:cubicBezTo>
                    <a:lnTo>
                      <a:pt x="88358" y="2705"/>
                    </a:lnTo>
                    <a:lnTo>
                      <a:pt x="100539" y="2705"/>
                    </a:lnTo>
                    <a:lnTo>
                      <a:pt x="100539" y="38070"/>
                    </a:lnTo>
                    <a:lnTo>
                      <a:pt x="90050" y="38070"/>
                    </a:lnTo>
                    <a:cubicBezTo>
                      <a:pt x="85984" y="22338"/>
                      <a:pt x="72441" y="12862"/>
                      <a:pt x="57721" y="12862"/>
                    </a:cubicBezTo>
                    <a:cubicBezTo>
                      <a:pt x="33010" y="12862"/>
                      <a:pt x="15235" y="32826"/>
                      <a:pt x="15235" y="60242"/>
                    </a:cubicBezTo>
                    <a:cubicBezTo>
                      <a:pt x="15235" y="88008"/>
                      <a:pt x="31483" y="111027"/>
                      <a:pt x="58218" y="111027"/>
                    </a:cubicBezTo>
                    <a:cubicBezTo>
                      <a:pt x="72938" y="111027"/>
                      <a:pt x="84954" y="103244"/>
                      <a:pt x="91891" y="90879"/>
                    </a:cubicBezTo>
                    <a:lnTo>
                      <a:pt x="102747" y="97172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15" name="Freeform: Shape 331"/>
              <p:cNvSpPr/>
              <p:nvPr/>
            </p:nvSpPr>
            <p:spPr>
              <a:xfrm>
                <a:off x="8059680" y="6019200"/>
                <a:ext cx="93240" cy="92880"/>
              </a:xfrm>
              <a:custGeom>
                <a:avLst/>
                <a:gdLst>
                  <a:gd name="textAreaLeft" fmla="*/ 0 w 93240"/>
                  <a:gd name="textAreaRight" fmla="*/ 93600 w 9324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19159" h="118479">
                    <a:moveTo>
                      <a:pt x="104605" y="11169"/>
                    </a:moveTo>
                    <a:lnTo>
                      <a:pt x="104605" y="107310"/>
                    </a:lnTo>
                    <a:lnTo>
                      <a:pt x="119160" y="107310"/>
                    </a:lnTo>
                    <a:lnTo>
                      <a:pt x="119160" y="118479"/>
                    </a:lnTo>
                    <a:lnTo>
                      <a:pt x="75827" y="118479"/>
                    </a:lnTo>
                    <a:lnTo>
                      <a:pt x="75827" y="107310"/>
                    </a:lnTo>
                    <a:lnTo>
                      <a:pt x="90382" y="107310"/>
                    </a:lnTo>
                    <a:lnTo>
                      <a:pt x="90382" y="63977"/>
                    </a:lnTo>
                    <a:lnTo>
                      <a:pt x="28778" y="63977"/>
                    </a:lnTo>
                    <a:lnTo>
                      <a:pt x="28778" y="107310"/>
                    </a:lnTo>
                    <a:lnTo>
                      <a:pt x="43332" y="107310"/>
                    </a:lnTo>
                    <a:lnTo>
                      <a:pt x="43332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4" y="107310"/>
                    </a:lnTo>
                    <a:lnTo>
                      <a:pt x="14554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3332" y="0"/>
                    </a:lnTo>
                    <a:lnTo>
                      <a:pt x="43332" y="11169"/>
                    </a:lnTo>
                    <a:lnTo>
                      <a:pt x="28778" y="11169"/>
                    </a:lnTo>
                    <a:lnTo>
                      <a:pt x="28778" y="52128"/>
                    </a:lnTo>
                    <a:lnTo>
                      <a:pt x="90382" y="52128"/>
                    </a:lnTo>
                    <a:lnTo>
                      <a:pt x="90382" y="11169"/>
                    </a:lnTo>
                    <a:lnTo>
                      <a:pt x="75827" y="11169"/>
                    </a:lnTo>
                    <a:lnTo>
                      <a:pt x="75827" y="0"/>
                    </a:lnTo>
                    <a:lnTo>
                      <a:pt x="119160" y="0"/>
                    </a:lnTo>
                    <a:lnTo>
                      <a:pt x="119160" y="11169"/>
                    </a:lnTo>
                    <a:lnTo>
                      <a:pt x="104605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16" name="Freeform: Shape 332"/>
              <p:cNvSpPr/>
              <p:nvPr/>
            </p:nvSpPr>
            <p:spPr>
              <a:xfrm>
                <a:off x="8219880" y="6017040"/>
                <a:ext cx="91080" cy="97200"/>
              </a:xfrm>
              <a:custGeom>
                <a:avLst/>
                <a:gdLst>
                  <a:gd name="textAreaLeft" fmla="*/ 0 w 91080"/>
                  <a:gd name="textAreaRight" fmla="*/ 91440 w 91080"/>
                  <a:gd name="textAreaTop" fmla="*/ 0 h 97200"/>
                  <a:gd name="textAreaBottom" fmla="*/ 97560 h 97200"/>
                </a:gdLst>
                <a:ahLst/>
                <a:rect l="textAreaLeft" t="textAreaTop" r="textAreaRight" b="textAreaBottom"/>
                <a:pathLst>
                  <a:path w="116105" h="123888">
                    <a:moveTo>
                      <a:pt x="0" y="60923"/>
                    </a:moveTo>
                    <a:cubicBezTo>
                      <a:pt x="0" y="26901"/>
                      <a:pt x="23184" y="0"/>
                      <a:pt x="58053" y="0"/>
                    </a:cubicBezTo>
                    <a:cubicBezTo>
                      <a:pt x="92922" y="0"/>
                      <a:pt x="116105" y="26920"/>
                      <a:pt x="116105" y="60923"/>
                    </a:cubicBezTo>
                    <a:cubicBezTo>
                      <a:pt x="116105" y="95957"/>
                      <a:pt x="93602" y="123889"/>
                      <a:pt x="58053" y="123889"/>
                    </a:cubicBezTo>
                    <a:cubicBezTo>
                      <a:pt x="22522" y="123889"/>
                      <a:pt x="0" y="95957"/>
                      <a:pt x="0" y="60923"/>
                    </a:cubicBezTo>
                    <a:close/>
                    <a:moveTo>
                      <a:pt x="100871" y="60923"/>
                    </a:moveTo>
                    <a:cubicBezTo>
                      <a:pt x="100871" y="32826"/>
                      <a:pt x="84292" y="12862"/>
                      <a:pt x="58053" y="12862"/>
                    </a:cubicBezTo>
                    <a:cubicBezTo>
                      <a:pt x="31814" y="12862"/>
                      <a:pt x="15235" y="32826"/>
                      <a:pt x="15235" y="60923"/>
                    </a:cubicBezTo>
                    <a:cubicBezTo>
                      <a:pt x="15235" y="89701"/>
                      <a:pt x="31814" y="111027"/>
                      <a:pt x="58053" y="111027"/>
                    </a:cubicBezTo>
                    <a:cubicBezTo>
                      <a:pt x="84292" y="111027"/>
                      <a:pt x="100871" y="89701"/>
                      <a:pt x="100871" y="6092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17" name="Freeform: Shape 333"/>
              <p:cNvSpPr/>
              <p:nvPr/>
            </p:nvSpPr>
            <p:spPr>
              <a:xfrm>
                <a:off x="8330760" y="6019200"/>
                <a:ext cx="90360" cy="94680"/>
              </a:xfrm>
              <a:custGeom>
                <a:avLst/>
                <a:gdLst>
                  <a:gd name="textAreaLeft" fmla="*/ 0 w 90360"/>
                  <a:gd name="textAreaRight" fmla="*/ 90720 w 90360"/>
                  <a:gd name="textAreaTop" fmla="*/ 0 h 94680"/>
                  <a:gd name="textAreaBottom" fmla="*/ 95040 h 94680"/>
                </a:gdLst>
                <a:ahLst/>
                <a:rect l="textAreaLeft" t="textAreaTop" r="textAreaRight" b="textAreaBottom"/>
                <a:pathLst>
                  <a:path w="115442" h="121018">
                    <a:moveTo>
                      <a:pt x="115443" y="11169"/>
                    </a:moveTo>
                    <a:lnTo>
                      <a:pt x="101220" y="11169"/>
                    </a:lnTo>
                    <a:lnTo>
                      <a:pt x="101220" y="75827"/>
                    </a:lnTo>
                    <a:cubicBezTo>
                      <a:pt x="101220" y="103244"/>
                      <a:pt x="85322" y="121018"/>
                      <a:pt x="57721" y="121018"/>
                    </a:cubicBezTo>
                    <a:cubicBezTo>
                      <a:pt x="30140" y="121018"/>
                      <a:pt x="14224" y="103244"/>
                      <a:pt x="14224" y="75827"/>
                    </a:cubicBezTo>
                    <a:lnTo>
                      <a:pt x="14224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3664" y="0"/>
                    </a:lnTo>
                    <a:lnTo>
                      <a:pt x="43664" y="11169"/>
                    </a:lnTo>
                    <a:lnTo>
                      <a:pt x="28428" y="11169"/>
                    </a:lnTo>
                    <a:lnTo>
                      <a:pt x="28428" y="76508"/>
                    </a:lnTo>
                    <a:cubicBezTo>
                      <a:pt x="28428" y="95975"/>
                      <a:pt x="39597" y="108156"/>
                      <a:pt x="57703" y="108156"/>
                    </a:cubicBezTo>
                    <a:cubicBezTo>
                      <a:pt x="75827" y="108156"/>
                      <a:pt x="86978" y="95975"/>
                      <a:pt x="86978" y="76508"/>
                    </a:cubicBezTo>
                    <a:lnTo>
                      <a:pt x="86978" y="11169"/>
                    </a:lnTo>
                    <a:lnTo>
                      <a:pt x="71742" y="11169"/>
                    </a:lnTo>
                    <a:lnTo>
                      <a:pt x="71742" y="0"/>
                    </a:lnTo>
                    <a:lnTo>
                      <a:pt x="115406" y="0"/>
                    </a:lnTo>
                    <a:lnTo>
                      <a:pt x="115406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18" name="Freeform: Shape 334"/>
              <p:cNvSpPr/>
              <p:nvPr/>
            </p:nvSpPr>
            <p:spPr>
              <a:xfrm>
                <a:off x="8437320" y="6019200"/>
                <a:ext cx="72360" cy="92880"/>
              </a:xfrm>
              <a:custGeom>
                <a:avLst/>
                <a:gdLst>
                  <a:gd name="textAreaLeft" fmla="*/ 0 w 72360"/>
                  <a:gd name="textAreaRight" fmla="*/ 72720 w 723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92424" h="118479">
                    <a:moveTo>
                      <a:pt x="92425" y="33176"/>
                    </a:moveTo>
                    <a:lnTo>
                      <a:pt x="79563" y="33176"/>
                    </a:lnTo>
                    <a:lnTo>
                      <a:pt x="79563" y="11169"/>
                    </a:lnTo>
                    <a:lnTo>
                      <a:pt x="53324" y="11169"/>
                    </a:lnTo>
                    <a:lnTo>
                      <a:pt x="53324" y="107310"/>
                    </a:lnTo>
                    <a:lnTo>
                      <a:pt x="68890" y="107310"/>
                    </a:lnTo>
                    <a:lnTo>
                      <a:pt x="68890" y="118479"/>
                    </a:lnTo>
                    <a:lnTo>
                      <a:pt x="23534" y="118479"/>
                    </a:lnTo>
                    <a:lnTo>
                      <a:pt x="23534" y="107310"/>
                    </a:lnTo>
                    <a:lnTo>
                      <a:pt x="39101" y="107310"/>
                    </a:lnTo>
                    <a:lnTo>
                      <a:pt x="39101" y="11169"/>
                    </a:lnTo>
                    <a:lnTo>
                      <a:pt x="12862" y="11169"/>
                    </a:lnTo>
                    <a:lnTo>
                      <a:pt x="12862" y="33176"/>
                    </a:lnTo>
                    <a:lnTo>
                      <a:pt x="0" y="33176"/>
                    </a:lnTo>
                    <a:lnTo>
                      <a:pt x="0" y="0"/>
                    </a:lnTo>
                    <a:lnTo>
                      <a:pt x="92406" y="0"/>
                    </a:lnTo>
                    <a:lnTo>
                      <a:pt x="92406" y="33176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19" name="Freeform: Shape 335"/>
              <p:cNvSpPr/>
              <p:nvPr/>
            </p:nvSpPr>
            <p:spPr>
              <a:xfrm>
                <a:off x="8527320" y="6019200"/>
                <a:ext cx="65520" cy="92880"/>
              </a:xfrm>
              <a:custGeom>
                <a:avLst/>
                <a:gdLst>
                  <a:gd name="textAreaLeft" fmla="*/ 0 w 65520"/>
                  <a:gd name="textAreaRight" fmla="*/ 65880 w 6552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83960" h="118479">
                    <a:moveTo>
                      <a:pt x="83960" y="34022"/>
                    </a:moveTo>
                    <a:cubicBezTo>
                      <a:pt x="83960" y="56710"/>
                      <a:pt x="67363" y="70068"/>
                      <a:pt x="47233" y="70068"/>
                    </a:cubicBezTo>
                    <a:lnTo>
                      <a:pt x="28778" y="70068"/>
                    </a:lnTo>
                    <a:lnTo>
                      <a:pt x="28778" y="107310"/>
                    </a:lnTo>
                    <a:lnTo>
                      <a:pt x="46203" y="107310"/>
                    </a:lnTo>
                    <a:lnTo>
                      <a:pt x="4620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4" y="107310"/>
                    </a:lnTo>
                    <a:lnTo>
                      <a:pt x="14554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380" y="0"/>
                    </a:lnTo>
                    <a:cubicBezTo>
                      <a:pt x="67713" y="0"/>
                      <a:pt x="83960" y="13027"/>
                      <a:pt x="83960" y="34022"/>
                    </a:cubicBezTo>
                    <a:close/>
                    <a:moveTo>
                      <a:pt x="69056" y="33856"/>
                    </a:moveTo>
                    <a:cubicBezTo>
                      <a:pt x="69056" y="19136"/>
                      <a:pt x="59746" y="10838"/>
                      <a:pt x="46203" y="10838"/>
                    </a:cubicBezTo>
                    <a:lnTo>
                      <a:pt x="28778" y="10838"/>
                    </a:lnTo>
                    <a:lnTo>
                      <a:pt x="28778" y="58899"/>
                    </a:lnTo>
                    <a:lnTo>
                      <a:pt x="46387" y="58899"/>
                    </a:lnTo>
                    <a:cubicBezTo>
                      <a:pt x="59580" y="58899"/>
                      <a:pt x="69056" y="49920"/>
                      <a:pt x="69056" y="3385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20" name="Freeform: Shape 336"/>
              <p:cNvSpPr/>
              <p:nvPr/>
            </p:nvSpPr>
            <p:spPr>
              <a:xfrm>
                <a:off x="8609760" y="6019200"/>
                <a:ext cx="90360" cy="94680"/>
              </a:xfrm>
              <a:custGeom>
                <a:avLst/>
                <a:gdLst>
                  <a:gd name="textAreaLeft" fmla="*/ 0 w 90360"/>
                  <a:gd name="textAreaRight" fmla="*/ 90720 w 90360"/>
                  <a:gd name="textAreaTop" fmla="*/ 0 h 94680"/>
                  <a:gd name="textAreaBottom" fmla="*/ 95040 h 94680"/>
                </a:gdLst>
                <a:ahLst/>
                <a:rect l="textAreaLeft" t="textAreaTop" r="textAreaRight" b="textAreaBottom"/>
                <a:pathLst>
                  <a:path w="115443" h="121018">
                    <a:moveTo>
                      <a:pt x="115443" y="11169"/>
                    </a:moveTo>
                    <a:lnTo>
                      <a:pt x="101220" y="11169"/>
                    </a:lnTo>
                    <a:lnTo>
                      <a:pt x="101220" y="75827"/>
                    </a:lnTo>
                    <a:cubicBezTo>
                      <a:pt x="101220" y="103244"/>
                      <a:pt x="85322" y="121018"/>
                      <a:pt x="57721" y="121018"/>
                    </a:cubicBezTo>
                    <a:cubicBezTo>
                      <a:pt x="30140" y="121018"/>
                      <a:pt x="14224" y="103244"/>
                      <a:pt x="14224" y="75827"/>
                    </a:cubicBezTo>
                    <a:lnTo>
                      <a:pt x="14224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3664" y="0"/>
                    </a:lnTo>
                    <a:lnTo>
                      <a:pt x="43664" y="11169"/>
                    </a:lnTo>
                    <a:lnTo>
                      <a:pt x="28429" y="11169"/>
                    </a:lnTo>
                    <a:lnTo>
                      <a:pt x="28429" y="76508"/>
                    </a:lnTo>
                    <a:cubicBezTo>
                      <a:pt x="28429" y="95975"/>
                      <a:pt x="39597" y="108156"/>
                      <a:pt x="57703" y="108156"/>
                    </a:cubicBezTo>
                    <a:cubicBezTo>
                      <a:pt x="75809" y="108156"/>
                      <a:pt x="86978" y="95975"/>
                      <a:pt x="86978" y="76508"/>
                    </a:cubicBezTo>
                    <a:lnTo>
                      <a:pt x="86978" y="11169"/>
                    </a:lnTo>
                    <a:lnTo>
                      <a:pt x="71743" y="11169"/>
                    </a:lnTo>
                    <a:lnTo>
                      <a:pt x="71743" y="0"/>
                    </a:lnTo>
                    <a:lnTo>
                      <a:pt x="115406" y="0"/>
                    </a:lnTo>
                    <a:lnTo>
                      <a:pt x="115406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21" name="Freeform: Shape 337"/>
              <p:cNvSpPr/>
              <p:nvPr/>
            </p:nvSpPr>
            <p:spPr>
              <a:xfrm>
                <a:off x="8716320" y="6019200"/>
                <a:ext cx="72360" cy="92880"/>
              </a:xfrm>
              <a:custGeom>
                <a:avLst/>
                <a:gdLst>
                  <a:gd name="textAreaLeft" fmla="*/ 0 w 72360"/>
                  <a:gd name="textAreaRight" fmla="*/ 72720 w 723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92424" h="118479">
                    <a:moveTo>
                      <a:pt x="92425" y="33176"/>
                    </a:moveTo>
                    <a:lnTo>
                      <a:pt x="79563" y="33176"/>
                    </a:lnTo>
                    <a:lnTo>
                      <a:pt x="79563" y="11169"/>
                    </a:lnTo>
                    <a:lnTo>
                      <a:pt x="53324" y="11169"/>
                    </a:lnTo>
                    <a:lnTo>
                      <a:pt x="53324" y="107310"/>
                    </a:lnTo>
                    <a:lnTo>
                      <a:pt x="68890" y="107310"/>
                    </a:lnTo>
                    <a:lnTo>
                      <a:pt x="68890" y="118479"/>
                    </a:lnTo>
                    <a:lnTo>
                      <a:pt x="23534" y="118479"/>
                    </a:lnTo>
                    <a:lnTo>
                      <a:pt x="23534" y="107310"/>
                    </a:lnTo>
                    <a:lnTo>
                      <a:pt x="39101" y="107310"/>
                    </a:lnTo>
                    <a:lnTo>
                      <a:pt x="39101" y="11169"/>
                    </a:lnTo>
                    <a:lnTo>
                      <a:pt x="12862" y="11169"/>
                    </a:lnTo>
                    <a:lnTo>
                      <a:pt x="12862" y="33176"/>
                    </a:lnTo>
                    <a:lnTo>
                      <a:pt x="0" y="33176"/>
                    </a:lnTo>
                    <a:lnTo>
                      <a:pt x="0" y="0"/>
                    </a:lnTo>
                    <a:lnTo>
                      <a:pt x="92406" y="0"/>
                    </a:lnTo>
                    <a:lnTo>
                      <a:pt x="92406" y="33176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22" name="Freeform: Shape 338"/>
              <p:cNvSpPr/>
              <p:nvPr/>
            </p:nvSpPr>
            <p:spPr>
              <a:xfrm>
                <a:off x="8807760" y="6017040"/>
                <a:ext cx="56880" cy="96840"/>
              </a:xfrm>
              <a:custGeom>
                <a:avLst/>
                <a:gdLst>
                  <a:gd name="textAreaLeft" fmla="*/ 0 w 56880"/>
                  <a:gd name="textAreaRight" fmla="*/ 57240 w 56880"/>
                  <a:gd name="textAreaTop" fmla="*/ 0 h 96840"/>
                  <a:gd name="textAreaBottom" fmla="*/ 97200 h 96840"/>
                </a:gdLst>
                <a:ahLst/>
                <a:rect l="textAreaLeft" t="textAreaTop" r="textAreaRight" b="textAreaBottom"/>
                <a:pathLst>
                  <a:path w="72754" h="123539">
                    <a:moveTo>
                      <a:pt x="72755" y="89517"/>
                    </a:moveTo>
                    <a:cubicBezTo>
                      <a:pt x="72755" y="108470"/>
                      <a:pt x="60224" y="123539"/>
                      <a:pt x="39083" y="123539"/>
                    </a:cubicBezTo>
                    <a:cubicBezTo>
                      <a:pt x="27398" y="123539"/>
                      <a:pt x="18272" y="118295"/>
                      <a:pt x="12181" y="109831"/>
                    </a:cubicBezTo>
                    <a:lnTo>
                      <a:pt x="12181" y="121166"/>
                    </a:lnTo>
                    <a:lnTo>
                      <a:pt x="0" y="121166"/>
                    </a:lnTo>
                    <a:lnTo>
                      <a:pt x="0" y="86481"/>
                    </a:lnTo>
                    <a:lnTo>
                      <a:pt x="10488" y="86481"/>
                    </a:lnTo>
                    <a:cubicBezTo>
                      <a:pt x="13874" y="100870"/>
                      <a:pt x="23516" y="111524"/>
                      <a:pt x="37904" y="111524"/>
                    </a:cubicBezTo>
                    <a:cubicBezTo>
                      <a:pt x="49920" y="111524"/>
                      <a:pt x="58550" y="103741"/>
                      <a:pt x="58550" y="92057"/>
                    </a:cubicBezTo>
                    <a:cubicBezTo>
                      <a:pt x="58550" y="65155"/>
                      <a:pt x="663" y="67179"/>
                      <a:pt x="663" y="30968"/>
                    </a:cubicBezTo>
                    <a:cubicBezTo>
                      <a:pt x="663" y="13708"/>
                      <a:pt x="12843" y="0"/>
                      <a:pt x="31465" y="0"/>
                    </a:cubicBezTo>
                    <a:cubicBezTo>
                      <a:pt x="41787" y="0"/>
                      <a:pt x="50251" y="5078"/>
                      <a:pt x="56010" y="12862"/>
                    </a:cubicBezTo>
                    <a:lnTo>
                      <a:pt x="56010" y="2705"/>
                    </a:lnTo>
                    <a:lnTo>
                      <a:pt x="68192" y="2705"/>
                    </a:lnTo>
                    <a:lnTo>
                      <a:pt x="68192" y="35881"/>
                    </a:lnTo>
                    <a:lnTo>
                      <a:pt x="57703" y="35881"/>
                    </a:lnTo>
                    <a:cubicBezTo>
                      <a:pt x="55164" y="21823"/>
                      <a:pt x="46203" y="11850"/>
                      <a:pt x="32992" y="11850"/>
                    </a:cubicBezTo>
                    <a:cubicBezTo>
                      <a:pt x="21491" y="11850"/>
                      <a:pt x="14721" y="19964"/>
                      <a:pt x="14721" y="29441"/>
                    </a:cubicBezTo>
                    <a:cubicBezTo>
                      <a:pt x="14702" y="54483"/>
                      <a:pt x="72755" y="52790"/>
                      <a:pt x="72755" y="8951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  <p:grpSp>
          <p:nvGrpSpPr>
            <p:cNvPr id="523" name="Graphic 228"/>
            <p:cNvGrpSpPr/>
            <p:nvPr/>
          </p:nvGrpSpPr>
          <p:grpSpPr>
            <a:xfrm>
              <a:off x="7843680" y="5289840"/>
              <a:ext cx="618120" cy="582840"/>
              <a:chOff x="7843680" y="5289840"/>
              <a:chExt cx="618120" cy="582840"/>
            </a:xfrm>
          </p:grpSpPr>
          <p:grpSp>
            <p:nvGrpSpPr>
              <p:cNvPr id="524" name="Graphic 228"/>
              <p:cNvGrpSpPr/>
              <p:nvPr/>
            </p:nvGrpSpPr>
            <p:grpSpPr>
              <a:xfrm>
                <a:off x="7890120" y="5289840"/>
                <a:ext cx="571680" cy="582840"/>
                <a:chOff x="7890120" y="5289840"/>
                <a:chExt cx="571680" cy="582840"/>
              </a:xfrm>
            </p:grpSpPr>
            <p:sp>
              <p:nvSpPr>
                <p:cNvPr id="525" name="Freeform: Shape 341"/>
                <p:cNvSpPr/>
                <p:nvPr/>
              </p:nvSpPr>
              <p:spPr>
                <a:xfrm>
                  <a:off x="7890120" y="5398200"/>
                  <a:ext cx="474480" cy="474480"/>
                </a:xfrm>
                <a:custGeom>
                  <a:avLst/>
                  <a:gdLst>
                    <a:gd name="textAreaLeft" fmla="*/ 0 w 474480"/>
                    <a:gd name="textAreaRight" fmla="*/ 474840 w 474480"/>
                    <a:gd name="textAreaTop" fmla="*/ 0 h 474480"/>
                    <a:gd name="textAreaBottom" fmla="*/ 474840 h 474480"/>
                  </a:gdLst>
                  <a:ahLst/>
                  <a:rect l="textAreaLeft" t="textAreaTop" r="textAreaRight" b="textAreaBottom"/>
                  <a:pathLst>
                    <a:path w="603804" h="603822">
                      <a:moveTo>
                        <a:pt x="413178" y="603822"/>
                      </a:moveTo>
                      <a:lnTo>
                        <a:pt x="0" y="603822"/>
                      </a:lnTo>
                      <a:lnTo>
                        <a:pt x="0" y="0"/>
                      </a:lnTo>
                      <a:lnTo>
                        <a:pt x="477891" y="0"/>
                      </a:lnTo>
                      <a:lnTo>
                        <a:pt x="477891" y="11279"/>
                      </a:lnTo>
                      <a:lnTo>
                        <a:pt x="11279" y="11279"/>
                      </a:lnTo>
                      <a:lnTo>
                        <a:pt x="11279" y="592543"/>
                      </a:lnTo>
                      <a:lnTo>
                        <a:pt x="408431" y="592543"/>
                      </a:lnTo>
                      <a:lnTo>
                        <a:pt x="592525" y="403573"/>
                      </a:lnTo>
                      <a:lnTo>
                        <a:pt x="592525" y="100741"/>
                      </a:lnTo>
                      <a:lnTo>
                        <a:pt x="603804" y="100741"/>
                      </a:lnTo>
                      <a:lnTo>
                        <a:pt x="603804" y="40815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8384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Arial"/>
                    <a:ea typeface="MS PGothic"/>
                  </a:endParaRPr>
                </a:p>
              </p:txBody>
            </p:sp>
            <p:sp>
              <p:nvSpPr>
                <p:cNvPr id="526" name="Freeform: Shape 342"/>
                <p:cNvSpPr/>
                <p:nvPr/>
              </p:nvSpPr>
              <p:spPr>
                <a:xfrm>
                  <a:off x="8213040" y="5712120"/>
                  <a:ext cx="145080" cy="151560"/>
                </a:xfrm>
                <a:custGeom>
                  <a:avLst/>
                  <a:gdLst>
                    <a:gd name="textAreaLeft" fmla="*/ 0 w 145080"/>
                    <a:gd name="textAreaRight" fmla="*/ 145440 w 145080"/>
                    <a:gd name="textAreaTop" fmla="*/ 0 h 151560"/>
                    <a:gd name="textAreaBottom" fmla="*/ 151920 h 151560"/>
                  </a:gdLst>
                  <a:ahLst/>
                  <a:rect l="textAreaLeft" t="textAreaTop" r="textAreaRight" b="textAreaBottom"/>
                  <a:pathLst>
                    <a:path w="184811" h="193165">
                      <a:moveTo>
                        <a:pt x="11297" y="193166"/>
                      </a:moveTo>
                      <a:lnTo>
                        <a:pt x="0" y="193166"/>
                      </a:lnTo>
                      <a:lnTo>
                        <a:pt x="0" y="0"/>
                      </a:lnTo>
                      <a:lnTo>
                        <a:pt x="184812" y="0"/>
                      </a:lnTo>
                      <a:lnTo>
                        <a:pt x="184812" y="11279"/>
                      </a:lnTo>
                      <a:lnTo>
                        <a:pt x="11297" y="1127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8384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Arial"/>
                    <a:ea typeface="MS PGothic"/>
                  </a:endParaRPr>
                </a:p>
              </p:txBody>
            </p:sp>
            <p:sp>
              <p:nvSpPr>
                <p:cNvPr id="527" name="Freeform: Shape 343"/>
                <p:cNvSpPr/>
                <p:nvPr/>
              </p:nvSpPr>
              <p:spPr>
                <a:xfrm>
                  <a:off x="8021880" y="5289840"/>
                  <a:ext cx="439920" cy="441720"/>
                </a:xfrm>
                <a:custGeom>
                  <a:avLst/>
                  <a:gdLst>
                    <a:gd name="textAreaLeft" fmla="*/ 0 w 439920"/>
                    <a:gd name="textAreaRight" fmla="*/ 440280 w 439920"/>
                    <a:gd name="textAreaTop" fmla="*/ 0 h 441720"/>
                    <a:gd name="textAreaBottom" fmla="*/ 442080 h 441720"/>
                  </a:gdLst>
                  <a:ahLst/>
                  <a:rect l="textAreaLeft" t="textAreaTop" r="textAreaRight" b="textAreaBottom"/>
                  <a:pathLst>
                    <a:path w="560121" h="562219">
                      <a:moveTo>
                        <a:pt x="0" y="562220"/>
                      </a:moveTo>
                      <a:lnTo>
                        <a:pt x="80501" y="365318"/>
                      </a:lnTo>
                      <a:lnTo>
                        <a:pt x="422138" y="23681"/>
                      </a:lnTo>
                      <a:cubicBezTo>
                        <a:pt x="437411" y="8409"/>
                        <a:pt x="457706" y="0"/>
                        <a:pt x="479290" y="0"/>
                      </a:cubicBezTo>
                      <a:cubicBezTo>
                        <a:pt x="500873" y="0"/>
                        <a:pt x="521187" y="8409"/>
                        <a:pt x="536441" y="23681"/>
                      </a:cubicBezTo>
                      <a:cubicBezTo>
                        <a:pt x="551695" y="38953"/>
                        <a:pt x="560121" y="59249"/>
                        <a:pt x="560121" y="80832"/>
                      </a:cubicBezTo>
                      <a:cubicBezTo>
                        <a:pt x="560121" y="102416"/>
                        <a:pt x="551713" y="122730"/>
                        <a:pt x="536441" y="137983"/>
                      </a:cubicBezTo>
                      <a:lnTo>
                        <a:pt x="194840" y="479584"/>
                      </a:lnTo>
                      <a:lnTo>
                        <a:pt x="193828" y="480007"/>
                      </a:lnTo>
                      <a:lnTo>
                        <a:pt x="0" y="562220"/>
                      </a:lnTo>
                      <a:close/>
                      <a:moveTo>
                        <a:pt x="90088" y="371685"/>
                      </a:moveTo>
                      <a:lnTo>
                        <a:pt x="20810" y="541133"/>
                      </a:lnTo>
                      <a:lnTo>
                        <a:pt x="188418" y="470053"/>
                      </a:lnTo>
                      <a:lnTo>
                        <a:pt x="528474" y="129998"/>
                      </a:lnTo>
                      <a:cubicBezTo>
                        <a:pt x="541611" y="116860"/>
                        <a:pt x="548843" y="99398"/>
                        <a:pt x="548843" y="80814"/>
                      </a:cubicBezTo>
                      <a:cubicBezTo>
                        <a:pt x="548843" y="62230"/>
                        <a:pt x="541611" y="44768"/>
                        <a:pt x="528474" y="31630"/>
                      </a:cubicBezTo>
                      <a:cubicBezTo>
                        <a:pt x="515335" y="18492"/>
                        <a:pt x="497873" y="11261"/>
                        <a:pt x="479290" y="11261"/>
                      </a:cubicBezTo>
                      <a:cubicBezTo>
                        <a:pt x="460724" y="11261"/>
                        <a:pt x="443243" y="18492"/>
                        <a:pt x="430106" y="31630"/>
                      </a:cubicBezTo>
                      <a:lnTo>
                        <a:pt x="90088" y="37168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8384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Arial"/>
                    <a:ea typeface="MS PGothic"/>
                  </a:endParaRPr>
                </a:p>
              </p:txBody>
            </p:sp>
            <p:sp>
              <p:nvSpPr>
                <p:cNvPr id="528" name="Freeform: Shape 344"/>
                <p:cNvSpPr/>
                <p:nvPr/>
              </p:nvSpPr>
              <p:spPr>
                <a:xfrm>
                  <a:off x="8127720" y="5366880"/>
                  <a:ext cx="255240" cy="255240"/>
                </a:xfrm>
                <a:custGeom>
                  <a:avLst/>
                  <a:gdLst>
                    <a:gd name="textAreaLeft" fmla="*/ 0 w 255240"/>
                    <a:gd name="textAreaRight" fmla="*/ 255600 w 255240"/>
                    <a:gd name="textAreaTop" fmla="*/ 0 h 255240"/>
                    <a:gd name="textAreaBottom" fmla="*/ 255600 h 255240"/>
                  </a:gdLst>
                  <a:ahLst/>
                  <a:rect l="textAreaLeft" t="textAreaTop" r="textAreaRight" b="textAreaBottom"/>
                  <a:pathLst>
                    <a:path w="324866" h="324866">
                      <a:moveTo>
                        <a:pt x="316891" y="0"/>
                      </a:moveTo>
                      <a:lnTo>
                        <a:pt x="324867" y="7976"/>
                      </a:lnTo>
                      <a:lnTo>
                        <a:pt x="7976" y="324867"/>
                      </a:lnTo>
                      <a:lnTo>
                        <a:pt x="0" y="31689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8384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Arial"/>
                    <a:ea typeface="MS PGothic"/>
                  </a:endParaRPr>
                </a:p>
              </p:txBody>
            </p:sp>
            <p:sp>
              <p:nvSpPr>
                <p:cNvPr id="529" name="Freeform: Shape 345"/>
                <p:cNvSpPr/>
                <p:nvPr/>
              </p:nvSpPr>
              <p:spPr>
                <a:xfrm>
                  <a:off x="8331120" y="5324760"/>
                  <a:ext cx="90360" cy="90360"/>
                </a:xfrm>
                <a:custGeom>
                  <a:avLst/>
                  <a:gdLst>
                    <a:gd name="textAreaLeft" fmla="*/ 0 w 90360"/>
                    <a:gd name="textAreaRight" fmla="*/ 90720 w 90360"/>
                    <a:gd name="textAreaTop" fmla="*/ 0 h 90360"/>
                    <a:gd name="textAreaBottom" fmla="*/ 90720 h 90360"/>
                  </a:gdLst>
                  <a:ahLst/>
                  <a:rect l="textAreaLeft" t="textAreaTop" r="textAreaRight" b="textAreaBottom"/>
                  <a:pathLst>
                    <a:path w="115431" h="115431">
                      <a:moveTo>
                        <a:pt x="7975" y="0"/>
                      </a:moveTo>
                      <a:lnTo>
                        <a:pt x="115432" y="107456"/>
                      </a:lnTo>
                      <a:lnTo>
                        <a:pt x="107456" y="115432"/>
                      </a:lnTo>
                      <a:lnTo>
                        <a:pt x="0" y="797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8384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Arial"/>
                    <a:ea typeface="MS PGothic"/>
                  </a:endParaRPr>
                </a:p>
              </p:txBody>
            </p:sp>
            <p:sp>
              <p:nvSpPr>
                <p:cNvPr id="530" name="Freeform: Shape 346"/>
                <p:cNvSpPr/>
                <p:nvPr/>
              </p:nvSpPr>
              <p:spPr>
                <a:xfrm>
                  <a:off x="8088480" y="5574960"/>
                  <a:ext cx="88200" cy="88200"/>
                </a:xfrm>
                <a:custGeom>
                  <a:avLst/>
                  <a:gdLst>
                    <a:gd name="textAreaLeft" fmla="*/ 0 w 88200"/>
                    <a:gd name="textAreaRight" fmla="*/ 88560 w 88200"/>
                    <a:gd name="textAreaTop" fmla="*/ 0 h 88200"/>
                    <a:gd name="textAreaBottom" fmla="*/ 88560 h 88200"/>
                  </a:gdLst>
                  <a:ahLst/>
                  <a:rect l="textAreaLeft" t="textAreaTop" r="textAreaRight" b="textAreaBottom"/>
                  <a:pathLst>
                    <a:path w="112830" h="112775">
                      <a:moveTo>
                        <a:pt x="101680" y="112775"/>
                      </a:moveTo>
                      <a:lnTo>
                        <a:pt x="95332" y="71742"/>
                      </a:lnTo>
                      <a:lnTo>
                        <a:pt x="49791" y="64217"/>
                      </a:lnTo>
                      <a:lnTo>
                        <a:pt x="41695" y="18032"/>
                      </a:lnTo>
                      <a:lnTo>
                        <a:pt x="0" y="11132"/>
                      </a:lnTo>
                      <a:lnTo>
                        <a:pt x="1840" y="0"/>
                      </a:lnTo>
                      <a:lnTo>
                        <a:pt x="51410" y="8206"/>
                      </a:lnTo>
                      <a:lnTo>
                        <a:pt x="59525" y="54373"/>
                      </a:lnTo>
                      <a:lnTo>
                        <a:pt x="105231" y="61954"/>
                      </a:lnTo>
                      <a:lnTo>
                        <a:pt x="112830" y="1110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8384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3560" bIns="43560" anchor="ctr">
                  <a:noAutofit/>
                </a:bodyPr>
                <a:p>
                  <a:pPr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Arial"/>
                    <a:ea typeface="MS PGothic"/>
                  </a:endParaRPr>
                </a:p>
              </p:txBody>
            </p:sp>
          </p:grpSp>
          <p:sp>
            <p:nvSpPr>
              <p:cNvPr id="531" name="Freeform: Shape 347"/>
              <p:cNvSpPr/>
              <p:nvPr/>
            </p:nvSpPr>
            <p:spPr>
              <a:xfrm>
                <a:off x="7843680" y="5864040"/>
                <a:ext cx="567360" cy="8640"/>
              </a:xfrm>
              <a:custGeom>
                <a:avLst/>
                <a:gdLst>
                  <a:gd name="textAreaLeft" fmla="*/ 0 w 567360"/>
                  <a:gd name="textAreaRight" fmla="*/ 567720 w 567360"/>
                  <a:gd name="textAreaTop" fmla="*/ 0 h 8640"/>
                  <a:gd name="textAreaBottom" fmla="*/ 9000 h 8640"/>
                </a:gdLst>
                <a:ahLst/>
                <a:rect l="textAreaLeft" t="textAreaTop" r="textAreaRight" b="textAreaBottom"/>
                <a:pathLst>
                  <a:path w="722154" h="11279">
                    <a:moveTo>
                      <a:pt x="0" y="0"/>
                    </a:moveTo>
                    <a:lnTo>
                      <a:pt x="722154" y="0"/>
                    </a:lnTo>
                    <a:lnTo>
                      <a:pt x="722154" y="11279"/>
                    </a:lnTo>
                    <a:lnTo>
                      <a:pt x="0" y="1127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6000" bIns="-36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</p:grpSp>
      <p:grpSp>
        <p:nvGrpSpPr>
          <p:cNvPr id="532" name="Graphic 228"/>
          <p:cNvGrpSpPr/>
          <p:nvPr/>
        </p:nvGrpSpPr>
        <p:grpSpPr>
          <a:xfrm>
            <a:off x="2734200" y="5289840"/>
            <a:ext cx="1812960" cy="824400"/>
            <a:chOff x="2734200" y="5289840"/>
            <a:chExt cx="1812960" cy="824400"/>
          </a:xfrm>
        </p:grpSpPr>
        <p:grpSp>
          <p:nvGrpSpPr>
            <p:cNvPr id="533" name="Graphic 228"/>
            <p:cNvGrpSpPr/>
            <p:nvPr/>
          </p:nvGrpSpPr>
          <p:grpSpPr>
            <a:xfrm>
              <a:off x="2734200" y="6017040"/>
              <a:ext cx="1812960" cy="97200"/>
              <a:chOff x="2734200" y="6017040"/>
              <a:chExt cx="1812960" cy="97200"/>
            </a:xfrm>
          </p:grpSpPr>
          <p:sp>
            <p:nvSpPr>
              <p:cNvPr id="534" name="Freeform: Shape 350"/>
              <p:cNvSpPr/>
              <p:nvPr/>
            </p:nvSpPr>
            <p:spPr>
              <a:xfrm>
                <a:off x="2734200" y="6017040"/>
                <a:ext cx="80280" cy="97200"/>
              </a:xfrm>
              <a:custGeom>
                <a:avLst/>
                <a:gdLst>
                  <a:gd name="textAreaLeft" fmla="*/ 0 w 80280"/>
                  <a:gd name="textAreaRight" fmla="*/ 80640 w 80280"/>
                  <a:gd name="textAreaTop" fmla="*/ 0 h 97200"/>
                  <a:gd name="textAreaBottom" fmla="*/ 97560 h 97200"/>
                </a:gdLst>
                <a:ahLst/>
                <a:rect l="textAreaLeft" t="textAreaTop" r="textAreaRight" b="textAreaBottom"/>
                <a:pathLst>
                  <a:path w="102746" h="123907">
                    <a:moveTo>
                      <a:pt x="102747" y="97172"/>
                    </a:moveTo>
                    <a:cubicBezTo>
                      <a:pt x="94614" y="112904"/>
                      <a:pt x="78035" y="123907"/>
                      <a:pt x="58568" y="123907"/>
                    </a:cubicBezTo>
                    <a:cubicBezTo>
                      <a:pt x="22172" y="123907"/>
                      <a:pt x="0" y="96988"/>
                      <a:pt x="0" y="61107"/>
                    </a:cubicBezTo>
                    <a:cubicBezTo>
                      <a:pt x="0" y="27085"/>
                      <a:pt x="23700" y="0"/>
                      <a:pt x="55514" y="0"/>
                    </a:cubicBezTo>
                    <a:cubicBezTo>
                      <a:pt x="69056" y="0"/>
                      <a:pt x="80556" y="6090"/>
                      <a:pt x="88340" y="15732"/>
                    </a:cubicBezTo>
                    <a:lnTo>
                      <a:pt x="88340" y="2705"/>
                    </a:lnTo>
                    <a:lnTo>
                      <a:pt x="100521" y="2705"/>
                    </a:lnTo>
                    <a:lnTo>
                      <a:pt x="100521" y="38070"/>
                    </a:lnTo>
                    <a:lnTo>
                      <a:pt x="90032" y="38070"/>
                    </a:lnTo>
                    <a:cubicBezTo>
                      <a:pt x="85966" y="22338"/>
                      <a:pt x="72423" y="12862"/>
                      <a:pt x="57703" y="12862"/>
                    </a:cubicBezTo>
                    <a:cubicBezTo>
                      <a:pt x="32992" y="12862"/>
                      <a:pt x="15217" y="32826"/>
                      <a:pt x="15217" y="60242"/>
                    </a:cubicBezTo>
                    <a:cubicBezTo>
                      <a:pt x="15217" y="88008"/>
                      <a:pt x="31464" y="111027"/>
                      <a:pt x="58200" y="111027"/>
                    </a:cubicBezTo>
                    <a:cubicBezTo>
                      <a:pt x="72920" y="111027"/>
                      <a:pt x="84936" y="103244"/>
                      <a:pt x="91872" y="90879"/>
                    </a:cubicBezTo>
                    <a:lnTo>
                      <a:pt x="102747" y="97172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35" name="Freeform: Shape 351"/>
              <p:cNvSpPr/>
              <p:nvPr/>
            </p:nvSpPr>
            <p:spPr>
              <a:xfrm>
                <a:off x="2828520" y="601884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17467" h="118810">
                    <a:moveTo>
                      <a:pt x="117467" y="107642"/>
                    </a:moveTo>
                    <a:lnTo>
                      <a:pt x="117467" y="118810"/>
                    </a:lnTo>
                    <a:lnTo>
                      <a:pt x="75827" y="118810"/>
                    </a:lnTo>
                    <a:lnTo>
                      <a:pt x="75827" y="107642"/>
                    </a:lnTo>
                    <a:lnTo>
                      <a:pt x="90897" y="107642"/>
                    </a:lnTo>
                    <a:lnTo>
                      <a:pt x="80575" y="78698"/>
                    </a:lnTo>
                    <a:lnTo>
                      <a:pt x="35880" y="78698"/>
                    </a:lnTo>
                    <a:lnTo>
                      <a:pt x="25558" y="107642"/>
                    </a:lnTo>
                    <a:lnTo>
                      <a:pt x="40628" y="107642"/>
                    </a:lnTo>
                    <a:lnTo>
                      <a:pt x="40628" y="118810"/>
                    </a:lnTo>
                    <a:lnTo>
                      <a:pt x="0" y="118810"/>
                    </a:lnTo>
                    <a:lnTo>
                      <a:pt x="0" y="107642"/>
                    </a:lnTo>
                    <a:lnTo>
                      <a:pt x="11335" y="107642"/>
                    </a:lnTo>
                    <a:lnTo>
                      <a:pt x="51097" y="0"/>
                    </a:lnTo>
                    <a:lnTo>
                      <a:pt x="66664" y="0"/>
                    </a:lnTo>
                    <a:lnTo>
                      <a:pt x="105930" y="107642"/>
                    </a:lnTo>
                    <a:lnTo>
                      <a:pt x="117467" y="107642"/>
                    </a:lnTo>
                    <a:close/>
                    <a:moveTo>
                      <a:pt x="76508" y="67860"/>
                    </a:moveTo>
                    <a:lnTo>
                      <a:pt x="58237" y="14720"/>
                    </a:lnTo>
                    <a:lnTo>
                      <a:pt x="39965" y="67860"/>
                    </a:lnTo>
                    <a:lnTo>
                      <a:pt x="76508" y="67860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36" name="Freeform: Shape 352"/>
              <p:cNvSpPr/>
              <p:nvPr/>
            </p:nvSpPr>
            <p:spPr>
              <a:xfrm>
                <a:off x="2935440" y="6019200"/>
                <a:ext cx="65520" cy="92880"/>
              </a:xfrm>
              <a:custGeom>
                <a:avLst/>
                <a:gdLst>
                  <a:gd name="textAreaLeft" fmla="*/ 0 w 65520"/>
                  <a:gd name="textAreaRight" fmla="*/ 65880 w 6552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83960" h="118479">
                    <a:moveTo>
                      <a:pt x="83960" y="34022"/>
                    </a:moveTo>
                    <a:cubicBezTo>
                      <a:pt x="83960" y="56710"/>
                      <a:pt x="67382" y="70068"/>
                      <a:pt x="47233" y="70068"/>
                    </a:cubicBezTo>
                    <a:lnTo>
                      <a:pt x="28778" y="70068"/>
                    </a:lnTo>
                    <a:lnTo>
                      <a:pt x="28778" y="107310"/>
                    </a:lnTo>
                    <a:lnTo>
                      <a:pt x="46203" y="107310"/>
                    </a:lnTo>
                    <a:lnTo>
                      <a:pt x="4620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381" y="0"/>
                    </a:lnTo>
                    <a:cubicBezTo>
                      <a:pt x="67713" y="0"/>
                      <a:pt x="83960" y="13027"/>
                      <a:pt x="83960" y="34022"/>
                    </a:cubicBezTo>
                    <a:close/>
                    <a:moveTo>
                      <a:pt x="69056" y="33856"/>
                    </a:moveTo>
                    <a:cubicBezTo>
                      <a:pt x="69056" y="19136"/>
                      <a:pt x="59746" y="10838"/>
                      <a:pt x="46203" y="10838"/>
                    </a:cubicBezTo>
                    <a:lnTo>
                      <a:pt x="28778" y="10838"/>
                    </a:lnTo>
                    <a:lnTo>
                      <a:pt x="28778" y="58899"/>
                    </a:lnTo>
                    <a:lnTo>
                      <a:pt x="46387" y="58899"/>
                    </a:lnTo>
                    <a:cubicBezTo>
                      <a:pt x="59580" y="58899"/>
                      <a:pt x="69056" y="49920"/>
                      <a:pt x="69056" y="3385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37" name="Freeform: Shape 353"/>
              <p:cNvSpPr/>
              <p:nvPr/>
            </p:nvSpPr>
            <p:spPr>
              <a:xfrm>
                <a:off x="3008160" y="601884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17448" h="118810">
                    <a:moveTo>
                      <a:pt x="117449" y="107642"/>
                    </a:moveTo>
                    <a:lnTo>
                      <a:pt x="117449" y="118810"/>
                    </a:lnTo>
                    <a:lnTo>
                      <a:pt x="75809" y="118810"/>
                    </a:lnTo>
                    <a:lnTo>
                      <a:pt x="75809" y="107642"/>
                    </a:lnTo>
                    <a:lnTo>
                      <a:pt x="90879" y="107642"/>
                    </a:lnTo>
                    <a:lnTo>
                      <a:pt x="80556" y="78698"/>
                    </a:lnTo>
                    <a:lnTo>
                      <a:pt x="35880" y="78698"/>
                    </a:lnTo>
                    <a:lnTo>
                      <a:pt x="25558" y="107642"/>
                    </a:lnTo>
                    <a:lnTo>
                      <a:pt x="40628" y="107642"/>
                    </a:lnTo>
                    <a:lnTo>
                      <a:pt x="40628" y="118810"/>
                    </a:lnTo>
                    <a:lnTo>
                      <a:pt x="0" y="118810"/>
                    </a:lnTo>
                    <a:lnTo>
                      <a:pt x="0" y="107642"/>
                    </a:lnTo>
                    <a:lnTo>
                      <a:pt x="11335" y="107642"/>
                    </a:lnTo>
                    <a:lnTo>
                      <a:pt x="51097" y="0"/>
                    </a:lnTo>
                    <a:lnTo>
                      <a:pt x="66664" y="0"/>
                    </a:lnTo>
                    <a:lnTo>
                      <a:pt x="105930" y="107642"/>
                    </a:lnTo>
                    <a:lnTo>
                      <a:pt x="117449" y="107642"/>
                    </a:lnTo>
                    <a:close/>
                    <a:moveTo>
                      <a:pt x="76490" y="67860"/>
                    </a:moveTo>
                    <a:lnTo>
                      <a:pt x="58218" y="14720"/>
                    </a:lnTo>
                    <a:lnTo>
                      <a:pt x="39947" y="67860"/>
                    </a:lnTo>
                    <a:lnTo>
                      <a:pt x="76490" y="67860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38" name="Freeform: Shape 354"/>
              <p:cNvSpPr/>
              <p:nvPr/>
            </p:nvSpPr>
            <p:spPr>
              <a:xfrm>
                <a:off x="3112920" y="6017040"/>
                <a:ext cx="80280" cy="97200"/>
              </a:xfrm>
              <a:custGeom>
                <a:avLst/>
                <a:gdLst>
                  <a:gd name="textAreaLeft" fmla="*/ 0 w 80280"/>
                  <a:gd name="textAreaRight" fmla="*/ 80640 w 80280"/>
                  <a:gd name="textAreaTop" fmla="*/ 0 h 97200"/>
                  <a:gd name="textAreaBottom" fmla="*/ 97560 h 97200"/>
                </a:gdLst>
                <a:ahLst/>
                <a:rect l="textAreaLeft" t="textAreaTop" r="textAreaRight" b="textAreaBottom"/>
                <a:pathLst>
                  <a:path w="102746" h="123907">
                    <a:moveTo>
                      <a:pt x="102747" y="97172"/>
                    </a:moveTo>
                    <a:cubicBezTo>
                      <a:pt x="94614" y="112904"/>
                      <a:pt x="78035" y="123907"/>
                      <a:pt x="58568" y="123907"/>
                    </a:cubicBezTo>
                    <a:cubicBezTo>
                      <a:pt x="22172" y="123907"/>
                      <a:pt x="0" y="96988"/>
                      <a:pt x="0" y="61107"/>
                    </a:cubicBezTo>
                    <a:cubicBezTo>
                      <a:pt x="0" y="27085"/>
                      <a:pt x="23700" y="0"/>
                      <a:pt x="55514" y="0"/>
                    </a:cubicBezTo>
                    <a:cubicBezTo>
                      <a:pt x="69056" y="0"/>
                      <a:pt x="80556" y="6090"/>
                      <a:pt x="88340" y="15732"/>
                    </a:cubicBezTo>
                    <a:lnTo>
                      <a:pt x="88340" y="2705"/>
                    </a:lnTo>
                    <a:lnTo>
                      <a:pt x="100521" y="2705"/>
                    </a:lnTo>
                    <a:lnTo>
                      <a:pt x="100521" y="38070"/>
                    </a:lnTo>
                    <a:lnTo>
                      <a:pt x="90032" y="38070"/>
                    </a:lnTo>
                    <a:cubicBezTo>
                      <a:pt x="85966" y="22338"/>
                      <a:pt x="72423" y="12862"/>
                      <a:pt x="57703" y="12862"/>
                    </a:cubicBezTo>
                    <a:cubicBezTo>
                      <a:pt x="32992" y="12862"/>
                      <a:pt x="15217" y="32826"/>
                      <a:pt x="15217" y="60242"/>
                    </a:cubicBezTo>
                    <a:cubicBezTo>
                      <a:pt x="15217" y="88008"/>
                      <a:pt x="31464" y="111027"/>
                      <a:pt x="58200" y="111027"/>
                    </a:cubicBezTo>
                    <a:cubicBezTo>
                      <a:pt x="72920" y="111027"/>
                      <a:pt x="84936" y="103244"/>
                      <a:pt x="91872" y="90879"/>
                    </a:cubicBezTo>
                    <a:lnTo>
                      <a:pt x="102747" y="97172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39" name="Freeform: Shape 355"/>
              <p:cNvSpPr/>
              <p:nvPr/>
            </p:nvSpPr>
            <p:spPr>
              <a:xfrm>
                <a:off x="3212280" y="6019200"/>
                <a:ext cx="33840" cy="92880"/>
              </a:xfrm>
              <a:custGeom>
                <a:avLst/>
                <a:gdLst>
                  <a:gd name="textAreaLeft" fmla="*/ 0 w 33840"/>
                  <a:gd name="textAreaRight" fmla="*/ 34200 w 3384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43332" h="118479">
                    <a:moveTo>
                      <a:pt x="28778" y="11169"/>
                    </a:moveTo>
                    <a:lnTo>
                      <a:pt x="28778" y="107310"/>
                    </a:lnTo>
                    <a:lnTo>
                      <a:pt x="43333" y="107310"/>
                    </a:lnTo>
                    <a:lnTo>
                      <a:pt x="4333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3333" y="0"/>
                    </a:lnTo>
                    <a:lnTo>
                      <a:pt x="43333" y="11169"/>
                    </a:lnTo>
                    <a:lnTo>
                      <a:pt x="28778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40" name="Freeform: Shape 356"/>
              <p:cNvSpPr/>
              <p:nvPr/>
            </p:nvSpPr>
            <p:spPr>
              <a:xfrm>
                <a:off x="3263760" y="6019200"/>
                <a:ext cx="72360" cy="92880"/>
              </a:xfrm>
              <a:custGeom>
                <a:avLst/>
                <a:gdLst>
                  <a:gd name="textAreaLeft" fmla="*/ 0 w 72360"/>
                  <a:gd name="textAreaRight" fmla="*/ 72720 w 723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92424" h="118479">
                    <a:moveTo>
                      <a:pt x="92424" y="33176"/>
                    </a:moveTo>
                    <a:lnTo>
                      <a:pt x="79563" y="33176"/>
                    </a:lnTo>
                    <a:lnTo>
                      <a:pt x="79563" y="11169"/>
                    </a:lnTo>
                    <a:lnTo>
                      <a:pt x="53324" y="11169"/>
                    </a:lnTo>
                    <a:lnTo>
                      <a:pt x="53324" y="107310"/>
                    </a:lnTo>
                    <a:lnTo>
                      <a:pt x="68891" y="107310"/>
                    </a:lnTo>
                    <a:lnTo>
                      <a:pt x="68891" y="118479"/>
                    </a:lnTo>
                    <a:lnTo>
                      <a:pt x="23534" y="118479"/>
                    </a:lnTo>
                    <a:lnTo>
                      <a:pt x="23534" y="107310"/>
                    </a:lnTo>
                    <a:lnTo>
                      <a:pt x="39101" y="107310"/>
                    </a:lnTo>
                    <a:lnTo>
                      <a:pt x="39101" y="11169"/>
                    </a:lnTo>
                    <a:lnTo>
                      <a:pt x="12862" y="11169"/>
                    </a:lnTo>
                    <a:lnTo>
                      <a:pt x="12862" y="33176"/>
                    </a:lnTo>
                    <a:lnTo>
                      <a:pt x="0" y="33176"/>
                    </a:lnTo>
                    <a:lnTo>
                      <a:pt x="0" y="0"/>
                    </a:lnTo>
                    <a:lnTo>
                      <a:pt x="92406" y="0"/>
                    </a:lnTo>
                    <a:lnTo>
                      <a:pt x="92406" y="33176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41" name="Freeform: Shape 357"/>
              <p:cNvSpPr/>
              <p:nvPr/>
            </p:nvSpPr>
            <p:spPr>
              <a:xfrm>
                <a:off x="3348720" y="6019200"/>
                <a:ext cx="83880" cy="92880"/>
              </a:xfrm>
              <a:custGeom>
                <a:avLst/>
                <a:gdLst>
                  <a:gd name="textAreaLeft" fmla="*/ 0 w 83880"/>
                  <a:gd name="textAreaRight" fmla="*/ 84240 w 8388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06978" h="118460">
                    <a:moveTo>
                      <a:pt x="61107" y="67511"/>
                    </a:moveTo>
                    <a:lnTo>
                      <a:pt x="61107" y="107292"/>
                    </a:lnTo>
                    <a:lnTo>
                      <a:pt x="76839" y="107292"/>
                    </a:lnTo>
                    <a:lnTo>
                      <a:pt x="76839" y="118461"/>
                    </a:lnTo>
                    <a:lnTo>
                      <a:pt x="31152" y="118461"/>
                    </a:lnTo>
                    <a:lnTo>
                      <a:pt x="31152" y="107292"/>
                    </a:lnTo>
                    <a:lnTo>
                      <a:pt x="46884" y="107292"/>
                    </a:lnTo>
                    <a:lnTo>
                      <a:pt x="46884" y="67860"/>
                    </a:lnTo>
                    <a:lnTo>
                      <a:pt x="13027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1805" y="0"/>
                    </a:lnTo>
                    <a:lnTo>
                      <a:pt x="41805" y="10838"/>
                    </a:lnTo>
                    <a:lnTo>
                      <a:pt x="28612" y="10838"/>
                    </a:lnTo>
                    <a:lnTo>
                      <a:pt x="54851" y="54502"/>
                    </a:lnTo>
                    <a:lnTo>
                      <a:pt x="80409" y="10838"/>
                    </a:lnTo>
                    <a:lnTo>
                      <a:pt x="67382" y="10838"/>
                    </a:lnTo>
                    <a:lnTo>
                      <a:pt x="67382" y="0"/>
                    </a:lnTo>
                    <a:lnTo>
                      <a:pt x="106979" y="0"/>
                    </a:lnTo>
                    <a:lnTo>
                      <a:pt x="106979" y="11169"/>
                    </a:lnTo>
                    <a:lnTo>
                      <a:pt x="93952" y="11169"/>
                    </a:lnTo>
                    <a:lnTo>
                      <a:pt x="61107" y="67511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42" name="Freeform: Shape 358"/>
              <p:cNvSpPr/>
              <p:nvPr/>
            </p:nvSpPr>
            <p:spPr>
              <a:xfrm>
                <a:off x="3492720" y="6019200"/>
                <a:ext cx="81360" cy="92880"/>
              </a:xfrm>
              <a:custGeom>
                <a:avLst/>
                <a:gdLst>
                  <a:gd name="textAreaLeft" fmla="*/ 0 w 81360"/>
                  <a:gd name="textAreaRight" fmla="*/ 81720 w 813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04090" h="118479">
                    <a:moveTo>
                      <a:pt x="104090" y="58899"/>
                    </a:moveTo>
                    <a:cubicBezTo>
                      <a:pt x="104090" y="95111"/>
                      <a:pt x="82764" y="118479"/>
                      <a:pt x="46203" y="118479"/>
                    </a:cubicBez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5191" y="0"/>
                    </a:lnTo>
                    <a:cubicBezTo>
                      <a:pt x="81071" y="0"/>
                      <a:pt x="104090" y="22503"/>
                      <a:pt x="104090" y="58899"/>
                    </a:cubicBezTo>
                    <a:close/>
                    <a:moveTo>
                      <a:pt x="88855" y="58384"/>
                    </a:moveTo>
                    <a:cubicBezTo>
                      <a:pt x="88855" y="28079"/>
                      <a:pt x="70915" y="11169"/>
                      <a:pt x="42652" y="11169"/>
                    </a:cubicBezTo>
                    <a:lnTo>
                      <a:pt x="28778" y="11169"/>
                    </a:lnTo>
                    <a:lnTo>
                      <a:pt x="28778" y="107310"/>
                    </a:lnTo>
                    <a:lnTo>
                      <a:pt x="43848" y="107310"/>
                    </a:lnTo>
                    <a:cubicBezTo>
                      <a:pt x="72607" y="107310"/>
                      <a:pt x="88855" y="90382"/>
                      <a:pt x="88855" y="5838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43" name="Freeform: Shape 359"/>
              <p:cNvSpPr/>
              <p:nvPr/>
            </p:nvSpPr>
            <p:spPr>
              <a:xfrm>
                <a:off x="3596040" y="6019200"/>
                <a:ext cx="61200" cy="9288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78182" h="118479">
                    <a:moveTo>
                      <a:pt x="78183" y="87843"/>
                    </a:moveTo>
                    <a:lnTo>
                      <a:pt x="7818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77851" y="0"/>
                    </a:lnTo>
                    <a:lnTo>
                      <a:pt x="77851" y="28263"/>
                    </a:lnTo>
                    <a:lnTo>
                      <a:pt x="64990" y="28263"/>
                    </a:lnTo>
                    <a:lnTo>
                      <a:pt x="64990" y="11169"/>
                    </a:lnTo>
                    <a:lnTo>
                      <a:pt x="28778" y="11169"/>
                    </a:lnTo>
                    <a:lnTo>
                      <a:pt x="28778" y="50766"/>
                    </a:lnTo>
                    <a:lnTo>
                      <a:pt x="64824" y="50766"/>
                    </a:lnTo>
                    <a:lnTo>
                      <a:pt x="64824" y="62616"/>
                    </a:lnTo>
                    <a:lnTo>
                      <a:pt x="28778" y="62616"/>
                    </a:lnTo>
                    <a:lnTo>
                      <a:pt x="28778" y="107292"/>
                    </a:lnTo>
                    <a:lnTo>
                      <a:pt x="65339" y="107292"/>
                    </a:lnTo>
                    <a:lnTo>
                      <a:pt x="65339" y="87824"/>
                    </a:lnTo>
                    <a:lnTo>
                      <a:pt x="78183" y="87824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44" name="Freeform: Shape 360"/>
              <p:cNvSpPr/>
              <p:nvPr/>
            </p:nvSpPr>
            <p:spPr>
              <a:xfrm>
                <a:off x="3671280" y="6019200"/>
                <a:ext cx="92880" cy="93240"/>
              </a:xfrm>
              <a:custGeom>
                <a:avLst/>
                <a:gdLst>
                  <a:gd name="textAreaLeft" fmla="*/ 0 w 92880"/>
                  <a:gd name="textAreaRight" fmla="*/ 93240 w 92880"/>
                  <a:gd name="textAreaTop" fmla="*/ 0 h 93240"/>
                  <a:gd name="textAreaBottom" fmla="*/ 93600 h 93240"/>
                </a:gdLst>
                <a:ahLst/>
                <a:rect l="textAreaLeft" t="textAreaTop" r="textAreaRight" b="textAreaBottom"/>
                <a:pathLst>
                  <a:path w="118644" h="119141">
                    <a:moveTo>
                      <a:pt x="118645" y="11169"/>
                    </a:moveTo>
                    <a:lnTo>
                      <a:pt x="105102" y="11169"/>
                    </a:lnTo>
                    <a:lnTo>
                      <a:pt x="67032" y="119141"/>
                    </a:lnTo>
                    <a:lnTo>
                      <a:pt x="51631" y="119141"/>
                    </a:lnTo>
                    <a:lnTo>
                      <a:pt x="13543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5688" y="0"/>
                    </a:lnTo>
                    <a:lnTo>
                      <a:pt x="45688" y="11169"/>
                    </a:lnTo>
                    <a:lnTo>
                      <a:pt x="28612" y="11169"/>
                    </a:lnTo>
                    <a:lnTo>
                      <a:pt x="59930" y="101385"/>
                    </a:lnTo>
                    <a:lnTo>
                      <a:pt x="90897" y="11169"/>
                    </a:lnTo>
                    <a:lnTo>
                      <a:pt x="73803" y="11169"/>
                    </a:lnTo>
                    <a:lnTo>
                      <a:pt x="73803" y="0"/>
                    </a:lnTo>
                    <a:lnTo>
                      <a:pt x="118645" y="0"/>
                    </a:lnTo>
                    <a:lnTo>
                      <a:pt x="118645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45" name="Freeform: Shape 361"/>
              <p:cNvSpPr/>
              <p:nvPr/>
            </p:nvSpPr>
            <p:spPr>
              <a:xfrm>
                <a:off x="3779280" y="6019200"/>
                <a:ext cx="61200" cy="9288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78182" h="118479">
                    <a:moveTo>
                      <a:pt x="78183" y="87843"/>
                    </a:moveTo>
                    <a:lnTo>
                      <a:pt x="7818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77851" y="0"/>
                    </a:lnTo>
                    <a:lnTo>
                      <a:pt x="77851" y="28263"/>
                    </a:lnTo>
                    <a:lnTo>
                      <a:pt x="64990" y="28263"/>
                    </a:lnTo>
                    <a:lnTo>
                      <a:pt x="64990" y="11169"/>
                    </a:lnTo>
                    <a:lnTo>
                      <a:pt x="28778" y="11169"/>
                    </a:lnTo>
                    <a:lnTo>
                      <a:pt x="28778" y="50766"/>
                    </a:lnTo>
                    <a:lnTo>
                      <a:pt x="64824" y="50766"/>
                    </a:lnTo>
                    <a:lnTo>
                      <a:pt x="64824" y="62616"/>
                    </a:lnTo>
                    <a:lnTo>
                      <a:pt x="28778" y="62616"/>
                    </a:lnTo>
                    <a:lnTo>
                      <a:pt x="28778" y="107292"/>
                    </a:lnTo>
                    <a:lnTo>
                      <a:pt x="65339" y="107292"/>
                    </a:lnTo>
                    <a:lnTo>
                      <a:pt x="65339" y="87824"/>
                    </a:lnTo>
                    <a:lnTo>
                      <a:pt x="78183" y="87824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46" name="Freeform: Shape 362"/>
              <p:cNvSpPr/>
              <p:nvPr/>
            </p:nvSpPr>
            <p:spPr>
              <a:xfrm>
                <a:off x="3862440" y="6019200"/>
                <a:ext cx="61200" cy="9288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78366" h="118479">
                    <a:moveTo>
                      <a:pt x="78367" y="85303"/>
                    </a:moveTo>
                    <a:lnTo>
                      <a:pt x="78367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4013" y="0"/>
                    </a:lnTo>
                    <a:lnTo>
                      <a:pt x="44013" y="11169"/>
                    </a:lnTo>
                    <a:lnTo>
                      <a:pt x="28778" y="11169"/>
                    </a:lnTo>
                    <a:lnTo>
                      <a:pt x="28778" y="107310"/>
                    </a:lnTo>
                    <a:lnTo>
                      <a:pt x="65505" y="107310"/>
                    </a:lnTo>
                    <a:lnTo>
                      <a:pt x="65505" y="85303"/>
                    </a:lnTo>
                    <a:lnTo>
                      <a:pt x="78367" y="85303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47" name="Freeform: Shape 363"/>
              <p:cNvSpPr/>
              <p:nvPr/>
            </p:nvSpPr>
            <p:spPr>
              <a:xfrm>
                <a:off x="3943800" y="6017040"/>
                <a:ext cx="91080" cy="97200"/>
              </a:xfrm>
              <a:custGeom>
                <a:avLst/>
                <a:gdLst>
                  <a:gd name="textAreaLeft" fmla="*/ 0 w 91080"/>
                  <a:gd name="textAreaRight" fmla="*/ 91440 w 91080"/>
                  <a:gd name="textAreaTop" fmla="*/ 0 h 97200"/>
                  <a:gd name="textAreaBottom" fmla="*/ 97560 h 97200"/>
                </a:gdLst>
                <a:ahLst/>
                <a:rect l="textAreaLeft" t="textAreaTop" r="textAreaRight" b="textAreaBottom"/>
                <a:pathLst>
                  <a:path w="116105" h="123888">
                    <a:moveTo>
                      <a:pt x="0" y="60923"/>
                    </a:moveTo>
                    <a:cubicBezTo>
                      <a:pt x="0" y="26901"/>
                      <a:pt x="23184" y="0"/>
                      <a:pt x="58053" y="0"/>
                    </a:cubicBezTo>
                    <a:cubicBezTo>
                      <a:pt x="92921" y="0"/>
                      <a:pt x="116106" y="26920"/>
                      <a:pt x="116106" y="60923"/>
                    </a:cubicBezTo>
                    <a:cubicBezTo>
                      <a:pt x="116106" y="95957"/>
                      <a:pt x="93602" y="123889"/>
                      <a:pt x="58053" y="123889"/>
                    </a:cubicBezTo>
                    <a:cubicBezTo>
                      <a:pt x="22503" y="123889"/>
                      <a:pt x="0" y="95957"/>
                      <a:pt x="0" y="60923"/>
                    </a:cubicBezTo>
                    <a:close/>
                    <a:moveTo>
                      <a:pt x="100870" y="60923"/>
                    </a:moveTo>
                    <a:cubicBezTo>
                      <a:pt x="100870" y="32826"/>
                      <a:pt x="84292" y="12862"/>
                      <a:pt x="58053" y="12862"/>
                    </a:cubicBezTo>
                    <a:cubicBezTo>
                      <a:pt x="31814" y="12862"/>
                      <a:pt x="15235" y="32826"/>
                      <a:pt x="15235" y="60923"/>
                    </a:cubicBezTo>
                    <a:cubicBezTo>
                      <a:pt x="15235" y="89701"/>
                      <a:pt x="31814" y="111027"/>
                      <a:pt x="58053" y="111027"/>
                    </a:cubicBezTo>
                    <a:cubicBezTo>
                      <a:pt x="84292" y="111027"/>
                      <a:pt x="100870" y="89701"/>
                      <a:pt x="100870" y="6092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48" name="Freeform: Shape 364"/>
              <p:cNvSpPr/>
              <p:nvPr/>
            </p:nvSpPr>
            <p:spPr>
              <a:xfrm>
                <a:off x="4056480" y="6019200"/>
                <a:ext cx="65520" cy="92880"/>
              </a:xfrm>
              <a:custGeom>
                <a:avLst/>
                <a:gdLst>
                  <a:gd name="textAreaLeft" fmla="*/ 0 w 65520"/>
                  <a:gd name="textAreaRight" fmla="*/ 65880 w 6552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83960" h="118479">
                    <a:moveTo>
                      <a:pt x="83960" y="34022"/>
                    </a:moveTo>
                    <a:cubicBezTo>
                      <a:pt x="83960" y="56710"/>
                      <a:pt x="67382" y="70068"/>
                      <a:pt x="47233" y="70068"/>
                    </a:cubicBezTo>
                    <a:lnTo>
                      <a:pt x="28778" y="70068"/>
                    </a:lnTo>
                    <a:lnTo>
                      <a:pt x="28778" y="107310"/>
                    </a:lnTo>
                    <a:lnTo>
                      <a:pt x="46203" y="107310"/>
                    </a:lnTo>
                    <a:lnTo>
                      <a:pt x="4620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381" y="0"/>
                    </a:lnTo>
                    <a:cubicBezTo>
                      <a:pt x="67713" y="0"/>
                      <a:pt x="83960" y="13027"/>
                      <a:pt x="83960" y="34022"/>
                    </a:cubicBezTo>
                    <a:close/>
                    <a:moveTo>
                      <a:pt x="69074" y="33856"/>
                    </a:moveTo>
                    <a:cubicBezTo>
                      <a:pt x="69074" y="19136"/>
                      <a:pt x="59764" y="10838"/>
                      <a:pt x="46221" y="10838"/>
                    </a:cubicBezTo>
                    <a:lnTo>
                      <a:pt x="28796" y="10838"/>
                    </a:lnTo>
                    <a:lnTo>
                      <a:pt x="28796" y="58899"/>
                    </a:lnTo>
                    <a:lnTo>
                      <a:pt x="46405" y="58899"/>
                    </a:lnTo>
                    <a:cubicBezTo>
                      <a:pt x="59598" y="58899"/>
                      <a:pt x="69074" y="49920"/>
                      <a:pt x="69074" y="3385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49" name="Freeform: Shape 365"/>
              <p:cNvSpPr/>
              <p:nvPr/>
            </p:nvSpPr>
            <p:spPr>
              <a:xfrm>
                <a:off x="4140360" y="6019200"/>
                <a:ext cx="117000" cy="92880"/>
              </a:xfrm>
              <a:custGeom>
                <a:avLst/>
                <a:gdLst>
                  <a:gd name="textAreaLeft" fmla="*/ 0 w 117000"/>
                  <a:gd name="textAreaRight" fmla="*/ 117360 w 1170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49281" h="118479">
                    <a:moveTo>
                      <a:pt x="134727" y="11169"/>
                    </a:moveTo>
                    <a:lnTo>
                      <a:pt x="134727" y="107310"/>
                    </a:lnTo>
                    <a:lnTo>
                      <a:pt x="149281" y="107310"/>
                    </a:lnTo>
                    <a:lnTo>
                      <a:pt x="149281" y="118479"/>
                    </a:lnTo>
                    <a:lnTo>
                      <a:pt x="106629" y="118479"/>
                    </a:lnTo>
                    <a:lnTo>
                      <a:pt x="106629" y="107310"/>
                    </a:lnTo>
                    <a:lnTo>
                      <a:pt x="120853" y="107310"/>
                    </a:lnTo>
                    <a:lnTo>
                      <a:pt x="120853" y="16597"/>
                    </a:lnTo>
                    <a:lnTo>
                      <a:pt x="80740" y="106648"/>
                    </a:lnTo>
                    <a:lnTo>
                      <a:pt x="67529" y="106648"/>
                    </a:lnTo>
                    <a:lnTo>
                      <a:pt x="27416" y="16597"/>
                    </a:lnTo>
                    <a:lnTo>
                      <a:pt x="27416" y="107310"/>
                    </a:lnTo>
                    <a:lnTo>
                      <a:pt x="41640" y="107310"/>
                    </a:lnTo>
                    <a:lnTo>
                      <a:pt x="41640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33857" y="0"/>
                    </a:lnTo>
                    <a:lnTo>
                      <a:pt x="74981" y="89536"/>
                    </a:lnTo>
                    <a:lnTo>
                      <a:pt x="114928" y="0"/>
                    </a:lnTo>
                    <a:lnTo>
                      <a:pt x="149281" y="0"/>
                    </a:lnTo>
                    <a:lnTo>
                      <a:pt x="149281" y="11169"/>
                    </a:lnTo>
                    <a:lnTo>
                      <a:pt x="134727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50" name="Freeform: Shape 366"/>
              <p:cNvSpPr/>
              <p:nvPr/>
            </p:nvSpPr>
            <p:spPr>
              <a:xfrm>
                <a:off x="4277880" y="6019200"/>
                <a:ext cx="61200" cy="9288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78182" h="118479">
                    <a:moveTo>
                      <a:pt x="78183" y="87843"/>
                    </a:moveTo>
                    <a:lnTo>
                      <a:pt x="7818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77851" y="0"/>
                    </a:lnTo>
                    <a:lnTo>
                      <a:pt x="77851" y="28263"/>
                    </a:lnTo>
                    <a:lnTo>
                      <a:pt x="64990" y="28263"/>
                    </a:lnTo>
                    <a:lnTo>
                      <a:pt x="64990" y="11169"/>
                    </a:lnTo>
                    <a:lnTo>
                      <a:pt x="28778" y="11169"/>
                    </a:lnTo>
                    <a:lnTo>
                      <a:pt x="28778" y="50766"/>
                    </a:lnTo>
                    <a:lnTo>
                      <a:pt x="64824" y="50766"/>
                    </a:lnTo>
                    <a:lnTo>
                      <a:pt x="64824" y="62616"/>
                    </a:lnTo>
                    <a:lnTo>
                      <a:pt x="28778" y="62616"/>
                    </a:lnTo>
                    <a:lnTo>
                      <a:pt x="28778" y="107292"/>
                    </a:lnTo>
                    <a:lnTo>
                      <a:pt x="65339" y="107292"/>
                    </a:lnTo>
                    <a:lnTo>
                      <a:pt x="65339" y="87824"/>
                    </a:lnTo>
                    <a:lnTo>
                      <a:pt x="78183" y="87824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51" name="Freeform: Shape 367"/>
              <p:cNvSpPr/>
              <p:nvPr/>
            </p:nvSpPr>
            <p:spPr>
              <a:xfrm>
                <a:off x="4361040" y="6019200"/>
                <a:ext cx="95760" cy="92880"/>
              </a:xfrm>
              <a:custGeom>
                <a:avLst/>
                <a:gdLst>
                  <a:gd name="textAreaLeft" fmla="*/ 0 w 95760"/>
                  <a:gd name="textAreaRight" fmla="*/ 96120 w 957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22195" h="118479">
                    <a:moveTo>
                      <a:pt x="122196" y="11169"/>
                    </a:moveTo>
                    <a:lnTo>
                      <a:pt x="107642" y="11169"/>
                    </a:lnTo>
                    <a:lnTo>
                      <a:pt x="107642" y="118479"/>
                    </a:lnTo>
                    <a:lnTo>
                      <a:pt x="92572" y="118479"/>
                    </a:lnTo>
                    <a:lnTo>
                      <a:pt x="27416" y="21160"/>
                    </a:lnTo>
                    <a:lnTo>
                      <a:pt x="27416" y="107310"/>
                    </a:lnTo>
                    <a:lnTo>
                      <a:pt x="41971" y="107310"/>
                    </a:lnTo>
                    <a:lnTo>
                      <a:pt x="41971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29275" y="0"/>
                    </a:lnTo>
                    <a:lnTo>
                      <a:pt x="94780" y="96988"/>
                    </a:lnTo>
                    <a:lnTo>
                      <a:pt x="94780" y="11169"/>
                    </a:lnTo>
                    <a:lnTo>
                      <a:pt x="80225" y="11169"/>
                    </a:lnTo>
                    <a:lnTo>
                      <a:pt x="80225" y="0"/>
                    </a:lnTo>
                    <a:lnTo>
                      <a:pt x="122196" y="0"/>
                    </a:lnTo>
                    <a:lnTo>
                      <a:pt x="122196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52" name="Freeform: Shape 368"/>
              <p:cNvSpPr/>
              <p:nvPr/>
            </p:nvSpPr>
            <p:spPr>
              <a:xfrm>
                <a:off x="4474800" y="6019200"/>
                <a:ext cx="72360" cy="92880"/>
              </a:xfrm>
              <a:custGeom>
                <a:avLst/>
                <a:gdLst>
                  <a:gd name="textAreaLeft" fmla="*/ 0 w 72360"/>
                  <a:gd name="textAreaRight" fmla="*/ 72720 w 723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92424" h="118479">
                    <a:moveTo>
                      <a:pt x="92424" y="33176"/>
                    </a:moveTo>
                    <a:lnTo>
                      <a:pt x="79563" y="33176"/>
                    </a:lnTo>
                    <a:lnTo>
                      <a:pt x="79563" y="11169"/>
                    </a:lnTo>
                    <a:lnTo>
                      <a:pt x="53324" y="11169"/>
                    </a:lnTo>
                    <a:lnTo>
                      <a:pt x="53324" y="107310"/>
                    </a:lnTo>
                    <a:lnTo>
                      <a:pt x="68890" y="107310"/>
                    </a:lnTo>
                    <a:lnTo>
                      <a:pt x="68890" y="118479"/>
                    </a:lnTo>
                    <a:lnTo>
                      <a:pt x="23534" y="118479"/>
                    </a:lnTo>
                    <a:lnTo>
                      <a:pt x="23534" y="107310"/>
                    </a:lnTo>
                    <a:lnTo>
                      <a:pt x="39101" y="107310"/>
                    </a:lnTo>
                    <a:lnTo>
                      <a:pt x="39101" y="11169"/>
                    </a:lnTo>
                    <a:lnTo>
                      <a:pt x="12862" y="11169"/>
                    </a:lnTo>
                    <a:lnTo>
                      <a:pt x="12862" y="33176"/>
                    </a:lnTo>
                    <a:lnTo>
                      <a:pt x="0" y="33176"/>
                    </a:lnTo>
                    <a:lnTo>
                      <a:pt x="0" y="0"/>
                    </a:lnTo>
                    <a:lnTo>
                      <a:pt x="92406" y="0"/>
                    </a:lnTo>
                    <a:lnTo>
                      <a:pt x="92406" y="33176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  <p:sp>
          <p:nvSpPr>
            <p:cNvPr id="553" name="Freeform: Shape 369"/>
            <p:cNvSpPr/>
            <p:nvPr/>
          </p:nvSpPr>
          <p:spPr>
            <a:xfrm>
              <a:off x="3358440" y="5864040"/>
              <a:ext cx="567360" cy="8640"/>
            </a:xfrm>
            <a:custGeom>
              <a:avLst/>
              <a:gdLst>
                <a:gd name="textAreaLeft" fmla="*/ 0 w 567360"/>
                <a:gd name="textAreaRight" fmla="*/ 567720 w 567360"/>
                <a:gd name="textAreaTop" fmla="*/ 0 h 8640"/>
                <a:gd name="textAreaBottom" fmla="*/ 9000 h 8640"/>
              </a:gdLst>
              <a:ahLst/>
              <a:rect l="textAreaLeft" t="textAreaTop" r="textAreaRight" b="textAreaBottom"/>
              <a:pathLst>
                <a:path w="722154" h="11279">
                  <a:moveTo>
                    <a:pt x="0" y="0"/>
                  </a:moveTo>
                  <a:lnTo>
                    <a:pt x="722154" y="0"/>
                  </a:lnTo>
                  <a:lnTo>
                    <a:pt x="722154" y="11279"/>
                  </a:lnTo>
                  <a:lnTo>
                    <a:pt x="0" y="11279"/>
                  </a:ln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0" bIns="-36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grpSp>
          <p:nvGrpSpPr>
            <p:cNvPr id="554" name="Graphic 228"/>
            <p:cNvGrpSpPr/>
            <p:nvPr/>
          </p:nvGrpSpPr>
          <p:grpSpPr>
            <a:xfrm>
              <a:off x="3322440" y="5289840"/>
              <a:ext cx="639360" cy="582840"/>
              <a:chOff x="3322440" y="5289840"/>
              <a:chExt cx="639360" cy="582840"/>
            </a:xfrm>
          </p:grpSpPr>
          <p:sp>
            <p:nvSpPr>
              <p:cNvPr id="555" name="Freeform: Shape 371"/>
              <p:cNvSpPr/>
              <p:nvPr/>
            </p:nvSpPr>
            <p:spPr>
              <a:xfrm>
                <a:off x="3527640" y="5289840"/>
                <a:ext cx="434160" cy="582840"/>
              </a:xfrm>
              <a:custGeom>
                <a:avLst/>
                <a:gdLst>
                  <a:gd name="textAreaLeft" fmla="*/ 0 w 434160"/>
                  <a:gd name="textAreaRight" fmla="*/ 434520 w 434160"/>
                  <a:gd name="textAreaTop" fmla="*/ 0 h 582840"/>
                  <a:gd name="textAreaBottom" fmla="*/ 583200 h 582840"/>
                </a:gdLst>
                <a:ahLst/>
                <a:rect l="textAreaLeft" t="textAreaTop" r="textAreaRight" b="textAreaBottom"/>
                <a:pathLst>
                  <a:path w="552674" h="741860">
                    <a:moveTo>
                      <a:pt x="343964" y="741861"/>
                    </a:moveTo>
                    <a:lnTo>
                      <a:pt x="35024" y="741861"/>
                    </a:lnTo>
                    <a:lnTo>
                      <a:pt x="66525" y="520285"/>
                    </a:lnTo>
                    <a:cubicBezTo>
                      <a:pt x="67482" y="513514"/>
                      <a:pt x="66930" y="507019"/>
                      <a:pt x="64832" y="500413"/>
                    </a:cubicBezTo>
                    <a:cubicBezTo>
                      <a:pt x="61152" y="488895"/>
                      <a:pt x="28510" y="386663"/>
                      <a:pt x="14231" y="345796"/>
                    </a:cubicBezTo>
                    <a:cubicBezTo>
                      <a:pt x="-5402" y="289601"/>
                      <a:pt x="-12909" y="175391"/>
                      <a:pt x="46929" y="91100"/>
                    </a:cubicBezTo>
                    <a:cubicBezTo>
                      <a:pt x="89838" y="30636"/>
                      <a:pt x="156889" y="0"/>
                      <a:pt x="246222" y="0"/>
                    </a:cubicBezTo>
                    <a:cubicBezTo>
                      <a:pt x="318443" y="0"/>
                      <a:pt x="376219" y="21215"/>
                      <a:pt x="417914" y="63039"/>
                    </a:cubicBezTo>
                    <a:cubicBezTo>
                      <a:pt x="483990" y="129335"/>
                      <a:pt x="490816" y="227188"/>
                      <a:pt x="490687" y="266178"/>
                    </a:cubicBezTo>
                    <a:lnTo>
                      <a:pt x="490687" y="289877"/>
                    </a:lnTo>
                    <a:cubicBezTo>
                      <a:pt x="490687" y="295379"/>
                      <a:pt x="491828" y="300734"/>
                      <a:pt x="494055" y="305757"/>
                    </a:cubicBezTo>
                    <a:lnTo>
                      <a:pt x="551427" y="434816"/>
                    </a:lnTo>
                    <a:cubicBezTo>
                      <a:pt x="553414" y="439287"/>
                      <a:pt x="553009" y="444403"/>
                      <a:pt x="550341" y="448506"/>
                    </a:cubicBezTo>
                    <a:cubicBezTo>
                      <a:pt x="547673" y="452609"/>
                      <a:pt x="543165" y="455056"/>
                      <a:pt x="538270" y="455056"/>
                    </a:cubicBezTo>
                    <a:lnTo>
                      <a:pt x="478396" y="455056"/>
                    </a:lnTo>
                    <a:cubicBezTo>
                      <a:pt x="474146" y="455056"/>
                      <a:pt x="470705" y="458516"/>
                      <a:pt x="470705" y="462748"/>
                    </a:cubicBezTo>
                    <a:lnTo>
                      <a:pt x="470705" y="582791"/>
                    </a:lnTo>
                    <a:cubicBezTo>
                      <a:pt x="470705" y="593261"/>
                      <a:pt x="462185" y="601780"/>
                      <a:pt x="451716" y="601780"/>
                    </a:cubicBezTo>
                    <a:lnTo>
                      <a:pt x="351674" y="601780"/>
                    </a:lnTo>
                    <a:cubicBezTo>
                      <a:pt x="347423" y="601780"/>
                      <a:pt x="343982" y="605239"/>
                      <a:pt x="343982" y="609471"/>
                    </a:cubicBezTo>
                    <a:lnTo>
                      <a:pt x="343982" y="741861"/>
                    </a:lnTo>
                    <a:close/>
                    <a:moveTo>
                      <a:pt x="48033" y="730582"/>
                    </a:moveTo>
                    <a:lnTo>
                      <a:pt x="332685" y="730582"/>
                    </a:lnTo>
                    <a:lnTo>
                      <a:pt x="332685" y="609508"/>
                    </a:lnTo>
                    <a:cubicBezTo>
                      <a:pt x="332685" y="599038"/>
                      <a:pt x="341204" y="590519"/>
                      <a:pt x="351674" y="590519"/>
                    </a:cubicBezTo>
                    <a:lnTo>
                      <a:pt x="451716" y="590519"/>
                    </a:lnTo>
                    <a:cubicBezTo>
                      <a:pt x="455966" y="590519"/>
                      <a:pt x="459407" y="587060"/>
                      <a:pt x="459407" y="582828"/>
                    </a:cubicBezTo>
                    <a:lnTo>
                      <a:pt x="459407" y="462784"/>
                    </a:lnTo>
                    <a:cubicBezTo>
                      <a:pt x="459407" y="452315"/>
                      <a:pt x="467926" y="443795"/>
                      <a:pt x="478396" y="443795"/>
                    </a:cubicBezTo>
                    <a:lnTo>
                      <a:pt x="538252" y="443795"/>
                    </a:lnTo>
                    <a:cubicBezTo>
                      <a:pt x="539779" y="443795"/>
                      <a:pt x="540589" y="442802"/>
                      <a:pt x="540865" y="442379"/>
                    </a:cubicBezTo>
                    <a:cubicBezTo>
                      <a:pt x="541141" y="441955"/>
                      <a:pt x="541730" y="440815"/>
                      <a:pt x="541104" y="439416"/>
                    </a:cubicBezTo>
                    <a:lnTo>
                      <a:pt x="483750" y="310357"/>
                    </a:lnTo>
                    <a:cubicBezTo>
                      <a:pt x="480862" y="303880"/>
                      <a:pt x="479408" y="296998"/>
                      <a:pt x="479408" y="289896"/>
                    </a:cubicBezTo>
                    <a:lnTo>
                      <a:pt x="479408" y="266159"/>
                    </a:lnTo>
                    <a:cubicBezTo>
                      <a:pt x="479537" y="228586"/>
                      <a:pt x="473023" y="134340"/>
                      <a:pt x="409929" y="71025"/>
                    </a:cubicBezTo>
                    <a:cubicBezTo>
                      <a:pt x="370423" y="31391"/>
                      <a:pt x="315351" y="11298"/>
                      <a:pt x="246222" y="11298"/>
                    </a:cubicBezTo>
                    <a:cubicBezTo>
                      <a:pt x="160753" y="11298"/>
                      <a:pt x="96793" y="40352"/>
                      <a:pt x="56129" y="97650"/>
                    </a:cubicBezTo>
                    <a:cubicBezTo>
                      <a:pt x="-1225" y="178446"/>
                      <a:pt x="6025" y="288093"/>
                      <a:pt x="24885" y="342079"/>
                    </a:cubicBezTo>
                    <a:cubicBezTo>
                      <a:pt x="39219" y="383093"/>
                      <a:pt x="71898" y="485472"/>
                      <a:pt x="75578" y="497009"/>
                    </a:cubicBezTo>
                    <a:cubicBezTo>
                      <a:pt x="78209" y="505271"/>
                      <a:pt x="78908" y="513404"/>
                      <a:pt x="77694" y="521886"/>
                    </a:cubicBezTo>
                    <a:lnTo>
                      <a:pt x="48033" y="730582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56" name="Freeform: Shape 372"/>
              <p:cNvSpPr/>
              <p:nvPr/>
            </p:nvSpPr>
            <p:spPr>
              <a:xfrm>
                <a:off x="3322440" y="5419440"/>
                <a:ext cx="237600" cy="453240"/>
              </a:xfrm>
              <a:custGeom>
                <a:avLst/>
                <a:gdLst>
                  <a:gd name="textAreaLeft" fmla="*/ 0 w 237600"/>
                  <a:gd name="textAreaRight" fmla="*/ 237960 w 237600"/>
                  <a:gd name="textAreaTop" fmla="*/ 0 h 453240"/>
                  <a:gd name="textAreaBottom" fmla="*/ 453600 h 453240"/>
                </a:gdLst>
                <a:ahLst/>
                <a:rect l="textAreaLeft" t="textAreaTop" r="textAreaRight" b="textAreaBottom"/>
                <a:pathLst>
                  <a:path w="302856" h="576866">
                    <a:moveTo>
                      <a:pt x="302857" y="576866"/>
                    </a:moveTo>
                    <a:lnTo>
                      <a:pt x="160494" y="576866"/>
                    </a:lnTo>
                    <a:lnTo>
                      <a:pt x="160494" y="473438"/>
                    </a:lnTo>
                    <a:cubicBezTo>
                      <a:pt x="160494" y="470826"/>
                      <a:pt x="159832" y="470163"/>
                      <a:pt x="157256" y="470163"/>
                    </a:cubicBezTo>
                    <a:lnTo>
                      <a:pt x="79754" y="470163"/>
                    </a:lnTo>
                    <a:cubicBezTo>
                      <a:pt x="71235" y="470163"/>
                      <a:pt x="60452" y="461975"/>
                      <a:pt x="60452" y="452775"/>
                    </a:cubicBezTo>
                    <a:lnTo>
                      <a:pt x="60452" y="359780"/>
                    </a:lnTo>
                    <a:cubicBezTo>
                      <a:pt x="60452" y="358124"/>
                      <a:pt x="60323" y="357259"/>
                      <a:pt x="60213" y="356854"/>
                    </a:cubicBezTo>
                    <a:cubicBezTo>
                      <a:pt x="59992" y="356818"/>
                      <a:pt x="59624" y="356781"/>
                      <a:pt x="59090" y="356781"/>
                    </a:cubicBezTo>
                    <a:lnTo>
                      <a:pt x="12703" y="356781"/>
                    </a:lnTo>
                    <a:cubicBezTo>
                      <a:pt x="8563" y="356781"/>
                      <a:pt x="4644" y="354573"/>
                      <a:pt x="2234" y="350856"/>
                    </a:cubicBezTo>
                    <a:cubicBezTo>
                      <a:pt x="-250" y="347029"/>
                      <a:pt x="-692" y="342392"/>
                      <a:pt x="1056" y="338454"/>
                    </a:cubicBezTo>
                    <a:lnTo>
                      <a:pt x="45198" y="237658"/>
                    </a:lnTo>
                    <a:cubicBezTo>
                      <a:pt x="46560" y="234622"/>
                      <a:pt x="47130" y="231089"/>
                      <a:pt x="47130" y="225845"/>
                    </a:cubicBezTo>
                    <a:lnTo>
                      <a:pt x="47130" y="207610"/>
                    </a:lnTo>
                    <a:cubicBezTo>
                      <a:pt x="47057" y="177305"/>
                      <a:pt x="52466" y="101201"/>
                      <a:pt x="104208" y="49331"/>
                    </a:cubicBezTo>
                    <a:cubicBezTo>
                      <a:pt x="136868" y="16597"/>
                      <a:pt x="182004" y="0"/>
                      <a:pt x="238364" y="0"/>
                    </a:cubicBezTo>
                    <a:cubicBezTo>
                      <a:pt x="252109" y="0"/>
                      <a:pt x="265357" y="957"/>
                      <a:pt x="277777" y="2870"/>
                    </a:cubicBezTo>
                    <a:lnTo>
                      <a:pt x="276066" y="14021"/>
                    </a:lnTo>
                    <a:cubicBezTo>
                      <a:pt x="264216" y="12199"/>
                      <a:pt x="251520" y="11279"/>
                      <a:pt x="238346" y="11279"/>
                    </a:cubicBezTo>
                    <a:cubicBezTo>
                      <a:pt x="185077" y="11279"/>
                      <a:pt x="142628" y="26754"/>
                      <a:pt x="112175" y="57298"/>
                    </a:cubicBezTo>
                    <a:cubicBezTo>
                      <a:pt x="62053" y="107531"/>
                      <a:pt x="58336" y="185033"/>
                      <a:pt x="58391" y="207573"/>
                    </a:cubicBezTo>
                    <a:lnTo>
                      <a:pt x="58391" y="225845"/>
                    </a:lnTo>
                    <a:cubicBezTo>
                      <a:pt x="58391" y="230445"/>
                      <a:pt x="58060" y="236462"/>
                      <a:pt x="55502" y="242202"/>
                    </a:cubicBezTo>
                    <a:lnTo>
                      <a:pt x="11379" y="342999"/>
                    </a:lnTo>
                    <a:cubicBezTo>
                      <a:pt x="11195" y="343422"/>
                      <a:pt x="11324" y="344121"/>
                      <a:pt x="11710" y="344710"/>
                    </a:cubicBezTo>
                    <a:cubicBezTo>
                      <a:pt x="12004" y="345170"/>
                      <a:pt x="12427" y="345501"/>
                      <a:pt x="12703" y="345501"/>
                    </a:cubicBezTo>
                    <a:lnTo>
                      <a:pt x="59090" y="345501"/>
                    </a:lnTo>
                    <a:cubicBezTo>
                      <a:pt x="67481" y="345501"/>
                      <a:pt x="71731" y="350304"/>
                      <a:pt x="71731" y="359780"/>
                    </a:cubicBezTo>
                    <a:lnTo>
                      <a:pt x="71731" y="452775"/>
                    </a:lnTo>
                    <a:cubicBezTo>
                      <a:pt x="71731" y="454817"/>
                      <a:pt x="76608" y="458865"/>
                      <a:pt x="79754" y="458865"/>
                    </a:cubicBezTo>
                    <a:lnTo>
                      <a:pt x="157256" y="458865"/>
                    </a:lnTo>
                    <a:cubicBezTo>
                      <a:pt x="166070" y="458865"/>
                      <a:pt x="171774" y="464588"/>
                      <a:pt x="171774" y="473438"/>
                    </a:cubicBezTo>
                    <a:lnTo>
                      <a:pt x="171774" y="565587"/>
                    </a:lnTo>
                    <a:lnTo>
                      <a:pt x="302857" y="565587"/>
                    </a:lnTo>
                    <a:lnTo>
                      <a:pt x="302857" y="576866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  <p:sp>
          <p:nvSpPr>
            <p:cNvPr id="557" name="Freeform: Shape 373"/>
            <p:cNvSpPr/>
            <p:nvPr/>
          </p:nvSpPr>
          <p:spPr>
            <a:xfrm>
              <a:off x="3571920" y="5337360"/>
              <a:ext cx="291600" cy="29160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1600"/>
                <a:gd name="textAreaBottom" fmla="*/ 291960 h 291600"/>
              </a:gdLst>
              <a:ahLst/>
              <a:rect l="textAreaLeft" t="textAreaTop" r="textAreaRight" b="textAreaBottom"/>
              <a:pathLst>
                <a:path w="371427" h="371427">
                  <a:moveTo>
                    <a:pt x="219791" y="371427"/>
                  </a:moveTo>
                  <a:lnTo>
                    <a:pt x="156089" y="371427"/>
                  </a:lnTo>
                  <a:lnTo>
                    <a:pt x="152648" y="332437"/>
                  </a:lnTo>
                  <a:cubicBezTo>
                    <a:pt x="138646" y="328794"/>
                    <a:pt x="124202" y="322096"/>
                    <a:pt x="108709" y="312087"/>
                  </a:cubicBezTo>
                  <a:lnTo>
                    <a:pt x="77759" y="337920"/>
                  </a:lnTo>
                  <a:lnTo>
                    <a:pt x="32532" y="292950"/>
                  </a:lnTo>
                  <a:lnTo>
                    <a:pt x="58623" y="261302"/>
                  </a:lnTo>
                  <a:cubicBezTo>
                    <a:pt x="49993" y="246950"/>
                    <a:pt x="43921" y="232524"/>
                    <a:pt x="40554" y="218319"/>
                  </a:cubicBezTo>
                  <a:lnTo>
                    <a:pt x="0" y="214786"/>
                  </a:lnTo>
                  <a:lnTo>
                    <a:pt x="0" y="151084"/>
                  </a:lnTo>
                  <a:lnTo>
                    <a:pt x="41272" y="147533"/>
                  </a:lnTo>
                  <a:cubicBezTo>
                    <a:pt x="44713" y="134451"/>
                    <a:pt x="50877" y="121037"/>
                    <a:pt x="60390" y="105857"/>
                  </a:cubicBezTo>
                  <a:lnTo>
                    <a:pt x="32900" y="73159"/>
                  </a:lnTo>
                  <a:lnTo>
                    <a:pt x="77980" y="28318"/>
                  </a:lnTo>
                  <a:lnTo>
                    <a:pt x="110788" y="56231"/>
                  </a:lnTo>
                  <a:cubicBezTo>
                    <a:pt x="122914" y="48926"/>
                    <a:pt x="136585" y="43461"/>
                    <a:pt x="152354" y="39597"/>
                  </a:cubicBezTo>
                  <a:lnTo>
                    <a:pt x="156108" y="0"/>
                  </a:lnTo>
                  <a:lnTo>
                    <a:pt x="219736" y="0"/>
                  </a:lnTo>
                  <a:lnTo>
                    <a:pt x="223379" y="38861"/>
                  </a:lnTo>
                  <a:cubicBezTo>
                    <a:pt x="240822" y="42670"/>
                    <a:pt x="254310" y="47583"/>
                    <a:pt x="266123" y="54428"/>
                  </a:cubicBezTo>
                  <a:lnTo>
                    <a:pt x="297698" y="27876"/>
                  </a:lnTo>
                  <a:lnTo>
                    <a:pt x="342539" y="72975"/>
                  </a:lnTo>
                  <a:lnTo>
                    <a:pt x="316245" y="103869"/>
                  </a:lnTo>
                  <a:cubicBezTo>
                    <a:pt x="324194" y="116602"/>
                    <a:pt x="330064" y="130973"/>
                    <a:pt x="334093" y="147552"/>
                  </a:cubicBezTo>
                  <a:lnTo>
                    <a:pt x="371427" y="151103"/>
                  </a:lnTo>
                  <a:lnTo>
                    <a:pt x="371427" y="214712"/>
                  </a:lnTo>
                  <a:lnTo>
                    <a:pt x="334829" y="218245"/>
                  </a:lnTo>
                  <a:cubicBezTo>
                    <a:pt x="330873" y="236370"/>
                    <a:pt x="325482" y="250869"/>
                    <a:pt x="318030" y="263271"/>
                  </a:cubicBezTo>
                  <a:lnTo>
                    <a:pt x="342925" y="293097"/>
                  </a:lnTo>
                  <a:lnTo>
                    <a:pt x="297955" y="338325"/>
                  </a:lnTo>
                  <a:lnTo>
                    <a:pt x="268239" y="313853"/>
                  </a:lnTo>
                  <a:cubicBezTo>
                    <a:pt x="253335" y="323127"/>
                    <a:pt x="238191" y="329585"/>
                    <a:pt x="223121" y="333136"/>
                  </a:cubicBezTo>
                  <a:lnTo>
                    <a:pt x="219791" y="371427"/>
                  </a:lnTo>
                  <a:close/>
                  <a:moveTo>
                    <a:pt x="166412" y="360130"/>
                  </a:moveTo>
                  <a:lnTo>
                    <a:pt x="209432" y="360130"/>
                  </a:lnTo>
                  <a:lnTo>
                    <a:pt x="212596" y="323789"/>
                  </a:lnTo>
                  <a:lnTo>
                    <a:pt x="216755" y="322961"/>
                  </a:lnTo>
                  <a:cubicBezTo>
                    <a:pt x="232965" y="319741"/>
                    <a:pt x="249397" y="312730"/>
                    <a:pt x="265589" y="302169"/>
                  </a:cubicBezTo>
                  <a:lnTo>
                    <a:pt x="269067" y="299906"/>
                  </a:lnTo>
                  <a:lnTo>
                    <a:pt x="297219" y="323090"/>
                  </a:lnTo>
                  <a:lnTo>
                    <a:pt x="327708" y="292435"/>
                  </a:lnTo>
                  <a:lnTo>
                    <a:pt x="304101" y="264154"/>
                  </a:lnTo>
                  <a:lnTo>
                    <a:pt x="306382" y="260658"/>
                  </a:lnTo>
                  <a:cubicBezTo>
                    <a:pt x="314754" y="247833"/>
                    <a:pt x="320569" y="232340"/>
                    <a:pt x="324654" y="211934"/>
                  </a:cubicBezTo>
                  <a:lnTo>
                    <a:pt x="325482" y="207831"/>
                  </a:lnTo>
                  <a:lnTo>
                    <a:pt x="360185" y="204482"/>
                  </a:lnTo>
                  <a:lnTo>
                    <a:pt x="360185" y="161388"/>
                  </a:lnTo>
                  <a:lnTo>
                    <a:pt x="324948" y="158040"/>
                  </a:lnTo>
                  <a:lnTo>
                    <a:pt x="324065" y="154028"/>
                  </a:lnTo>
                  <a:cubicBezTo>
                    <a:pt x="319962" y="135499"/>
                    <a:pt x="313595" y="119988"/>
                    <a:pt x="304598" y="106574"/>
                  </a:cubicBezTo>
                  <a:lnTo>
                    <a:pt x="302206" y="103023"/>
                  </a:lnTo>
                  <a:lnTo>
                    <a:pt x="327267" y="73601"/>
                  </a:lnTo>
                  <a:lnTo>
                    <a:pt x="297072" y="43241"/>
                  </a:lnTo>
                  <a:lnTo>
                    <a:pt x="267190" y="68357"/>
                  </a:lnTo>
                  <a:lnTo>
                    <a:pt x="263712" y="66167"/>
                  </a:lnTo>
                  <a:cubicBezTo>
                    <a:pt x="251366" y="58366"/>
                    <a:pt x="236977" y="53103"/>
                    <a:pt x="217086" y="49092"/>
                  </a:cubicBezTo>
                  <a:lnTo>
                    <a:pt x="212983" y="48264"/>
                  </a:lnTo>
                  <a:lnTo>
                    <a:pt x="209524" y="11316"/>
                  </a:lnTo>
                  <a:lnTo>
                    <a:pt x="166430" y="11316"/>
                  </a:lnTo>
                  <a:lnTo>
                    <a:pt x="162879" y="48816"/>
                  </a:lnTo>
                  <a:lnTo>
                    <a:pt x="158868" y="49717"/>
                  </a:lnTo>
                  <a:cubicBezTo>
                    <a:pt x="141130" y="53674"/>
                    <a:pt x="126262" y="59635"/>
                    <a:pt x="113401" y="67989"/>
                  </a:cubicBezTo>
                  <a:lnTo>
                    <a:pt x="109868" y="70271"/>
                  </a:lnTo>
                  <a:lnTo>
                    <a:pt x="78606" y="43682"/>
                  </a:lnTo>
                  <a:lnTo>
                    <a:pt x="48245" y="73877"/>
                  </a:lnTo>
                  <a:lnTo>
                    <a:pt x="74411" y="105010"/>
                  </a:lnTo>
                  <a:lnTo>
                    <a:pt x="72129" y="108506"/>
                  </a:lnTo>
                  <a:cubicBezTo>
                    <a:pt x="61034" y="125582"/>
                    <a:pt x="54428" y="140063"/>
                    <a:pt x="51318" y="154065"/>
                  </a:cubicBezTo>
                  <a:lnTo>
                    <a:pt x="50417" y="158113"/>
                  </a:lnTo>
                  <a:lnTo>
                    <a:pt x="11279" y="161480"/>
                  </a:lnTo>
                  <a:lnTo>
                    <a:pt x="11279" y="204482"/>
                  </a:lnTo>
                  <a:lnTo>
                    <a:pt x="49865" y="207849"/>
                  </a:lnTo>
                  <a:lnTo>
                    <a:pt x="50693" y="211989"/>
                  </a:lnTo>
                  <a:cubicBezTo>
                    <a:pt x="53765" y="227335"/>
                    <a:pt x="60371" y="243086"/>
                    <a:pt x="70289" y="258818"/>
                  </a:cubicBezTo>
                  <a:lnTo>
                    <a:pt x="72460" y="262277"/>
                  </a:lnTo>
                  <a:lnTo>
                    <a:pt x="47749" y="292251"/>
                  </a:lnTo>
                  <a:lnTo>
                    <a:pt x="78385" y="322722"/>
                  </a:lnTo>
                  <a:lnTo>
                    <a:pt x="107899" y="298066"/>
                  </a:lnTo>
                  <a:lnTo>
                    <a:pt x="111413" y="300421"/>
                  </a:lnTo>
                  <a:cubicBezTo>
                    <a:pt x="128581" y="311939"/>
                    <a:pt x="144184" y="319152"/>
                    <a:pt x="159088" y="322427"/>
                  </a:cubicBezTo>
                  <a:lnTo>
                    <a:pt x="163137" y="323329"/>
                  </a:lnTo>
                  <a:lnTo>
                    <a:pt x="166412" y="360130"/>
                  </a:lnTo>
                  <a:close/>
                  <a:moveTo>
                    <a:pt x="189320" y="285277"/>
                  </a:moveTo>
                  <a:cubicBezTo>
                    <a:pt x="133659" y="285277"/>
                    <a:pt x="88358" y="239994"/>
                    <a:pt x="88358" y="184315"/>
                  </a:cubicBezTo>
                  <a:cubicBezTo>
                    <a:pt x="88358" y="128636"/>
                    <a:pt x="133641" y="83353"/>
                    <a:pt x="189320" y="83353"/>
                  </a:cubicBezTo>
                  <a:cubicBezTo>
                    <a:pt x="244999" y="83353"/>
                    <a:pt x="290282" y="128654"/>
                    <a:pt x="290282" y="184315"/>
                  </a:cubicBezTo>
                  <a:cubicBezTo>
                    <a:pt x="290282" y="239976"/>
                    <a:pt x="244981" y="285277"/>
                    <a:pt x="189320" y="285277"/>
                  </a:cubicBezTo>
                  <a:close/>
                  <a:moveTo>
                    <a:pt x="189320" y="94632"/>
                  </a:moveTo>
                  <a:cubicBezTo>
                    <a:pt x="139879" y="94632"/>
                    <a:pt x="99637" y="134855"/>
                    <a:pt x="99637" y="184315"/>
                  </a:cubicBezTo>
                  <a:cubicBezTo>
                    <a:pt x="99637" y="233775"/>
                    <a:pt x="139860" y="273980"/>
                    <a:pt x="189320" y="273980"/>
                  </a:cubicBezTo>
                  <a:cubicBezTo>
                    <a:pt x="238780" y="273980"/>
                    <a:pt x="279003" y="233757"/>
                    <a:pt x="279003" y="184315"/>
                  </a:cubicBezTo>
                  <a:cubicBezTo>
                    <a:pt x="279003" y="134874"/>
                    <a:pt x="238762" y="94632"/>
                    <a:pt x="189320" y="94632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</p:grpSp>
      <p:grpSp>
        <p:nvGrpSpPr>
          <p:cNvPr id="558" name="Graphic 228"/>
          <p:cNvGrpSpPr/>
          <p:nvPr/>
        </p:nvGrpSpPr>
        <p:grpSpPr>
          <a:xfrm>
            <a:off x="5275080" y="5289840"/>
            <a:ext cx="1415160" cy="824400"/>
            <a:chOff x="5275080" y="5289840"/>
            <a:chExt cx="1415160" cy="824400"/>
          </a:xfrm>
        </p:grpSpPr>
        <p:grpSp>
          <p:nvGrpSpPr>
            <p:cNvPr id="559" name="Graphic 228"/>
            <p:cNvGrpSpPr/>
            <p:nvPr/>
          </p:nvGrpSpPr>
          <p:grpSpPr>
            <a:xfrm>
              <a:off x="5275080" y="6017040"/>
              <a:ext cx="1415160" cy="97200"/>
              <a:chOff x="5275080" y="6017040"/>
              <a:chExt cx="1415160" cy="97200"/>
            </a:xfrm>
          </p:grpSpPr>
          <p:sp>
            <p:nvSpPr>
              <p:cNvPr id="560" name="Freeform: Shape 376"/>
              <p:cNvSpPr/>
              <p:nvPr/>
            </p:nvSpPr>
            <p:spPr>
              <a:xfrm>
                <a:off x="5275080" y="6019200"/>
                <a:ext cx="77040" cy="92880"/>
              </a:xfrm>
              <a:custGeom>
                <a:avLst/>
                <a:gdLst>
                  <a:gd name="textAreaLeft" fmla="*/ 0 w 77040"/>
                  <a:gd name="textAreaRight" fmla="*/ 77400 w 7704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98312" h="118479">
                    <a:moveTo>
                      <a:pt x="98313" y="107310"/>
                    </a:moveTo>
                    <a:lnTo>
                      <a:pt x="98313" y="118479"/>
                    </a:lnTo>
                    <a:lnTo>
                      <a:pt x="73270" y="118479"/>
                    </a:lnTo>
                    <a:lnTo>
                      <a:pt x="44842" y="68044"/>
                    </a:lnTo>
                    <a:lnTo>
                      <a:pt x="28760" y="68044"/>
                    </a:lnTo>
                    <a:lnTo>
                      <a:pt x="28760" y="107310"/>
                    </a:lnTo>
                    <a:lnTo>
                      <a:pt x="42302" y="107310"/>
                    </a:lnTo>
                    <a:lnTo>
                      <a:pt x="42302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215" y="0"/>
                    </a:lnTo>
                    <a:cubicBezTo>
                      <a:pt x="66848" y="0"/>
                      <a:pt x="82764" y="14058"/>
                      <a:pt x="82764" y="32329"/>
                    </a:cubicBezTo>
                    <a:cubicBezTo>
                      <a:pt x="82764" y="47049"/>
                      <a:pt x="72773" y="59580"/>
                      <a:pt x="58568" y="64990"/>
                    </a:cubicBezTo>
                    <a:lnTo>
                      <a:pt x="83280" y="107310"/>
                    </a:lnTo>
                    <a:lnTo>
                      <a:pt x="98313" y="107310"/>
                    </a:lnTo>
                    <a:close/>
                    <a:moveTo>
                      <a:pt x="67842" y="32495"/>
                    </a:moveTo>
                    <a:cubicBezTo>
                      <a:pt x="67842" y="19302"/>
                      <a:pt x="58531" y="10838"/>
                      <a:pt x="45835" y="10838"/>
                    </a:cubicBezTo>
                    <a:lnTo>
                      <a:pt x="28741" y="10838"/>
                    </a:lnTo>
                    <a:lnTo>
                      <a:pt x="28741" y="57206"/>
                    </a:lnTo>
                    <a:lnTo>
                      <a:pt x="43811" y="57206"/>
                    </a:lnTo>
                    <a:cubicBezTo>
                      <a:pt x="58016" y="57206"/>
                      <a:pt x="67842" y="47730"/>
                      <a:pt x="67842" y="3249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61" name="Freeform: Shape 377"/>
              <p:cNvSpPr/>
              <p:nvPr/>
            </p:nvSpPr>
            <p:spPr>
              <a:xfrm>
                <a:off x="5366880" y="6019200"/>
                <a:ext cx="61200" cy="9288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78182" h="118479">
                    <a:moveTo>
                      <a:pt x="78183" y="87843"/>
                    </a:moveTo>
                    <a:lnTo>
                      <a:pt x="7818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77851" y="0"/>
                    </a:lnTo>
                    <a:lnTo>
                      <a:pt x="77851" y="28263"/>
                    </a:lnTo>
                    <a:lnTo>
                      <a:pt x="64990" y="28263"/>
                    </a:lnTo>
                    <a:lnTo>
                      <a:pt x="64990" y="11169"/>
                    </a:lnTo>
                    <a:lnTo>
                      <a:pt x="28778" y="11169"/>
                    </a:lnTo>
                    <a:lnTo>
                      <a:pt x="28778" y="50766"/>
                    </a:lnTo>
                    <a:lnTo>
                      <a:pt x="64824" y="50766"/>
                    </a:lnTo>
                    <a:lnTo>
                      <a:pt x="64824" y="62616"/>
                    </a:lnTo>
                    <a:lnTo>
                      <a:pt x="28778" y="62616"/>
                    </a:lnTo>
                    <a:lnTo>
                      <a:pt x="28778" y="107292"/>
                    </a:lnTo>
                    <a:lnTo>
                      <a:pt x="65339" y="107292"/>
                    </a:lnTo>
                    <a:lnTo>
                      <a:pt x="65339" y="87824"/>
                    </a:lnTo>
                    <a:lnTo>
                      <a:pt x="78183" y="87824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62" name="Freeform: Shape 378"/>
              <p:cNvSpPr/>
              <p:nvPr/>
            </p:nvSpPr>
            <p:spPr>
              <a:xfrm>
                <a:off x="5451840" y="6017040"/>
                <a:ext cx="56880" cy="96840"/>
              </a:xfrm>
              <a:custGeom>
                <a:avLst/>
                <a:gdLst>
                  <a:gd name="textAreaLeft" fmla="*/ 0 w 56880"/>
                  <a:gd name="textAreaRight" fmla="*/ 57240 w 56880"/>
                  <a:gd name="textAreaTop" fmla="*/ 0 h 96840"/>
                  <a:gd name="textAreaBottom" fmla="*/ 97200 h 96840"/>
                </a:gdLst>
                <a:ahLst/>
                <a:rect l="textAreaLeft" t="textAreaTop" r="textAreaRight" b="textAreaBottom"/>
                <a:pathLst>
                  <a:path w="72754" h="123539">
                    <a:moveTo>
                      <a:pt x="72754" y="89517"/>
                    </a:moveTo>
                    <a:cubicBezTo>
                      <a:pt x="72754" y="108470"/>
                      <a:pt x="60224" y="123539"/>
                      <a:pt x="39082" y="123539"/>
                    </a:cubicBezTo>
                    <a:cubicBezTo>
                      <a:pt x="27398" y="123539"/>
                      <a:pt x="18271" y="118295"/>
                      <a:pt x="12181" y="109831"/>
                    </a:cubicBezTo>
                    <a:lnTo>
                      <a:pt x="12181" y="121166"/>
                    </a:lnTo>
                    <a:lnTo>
                      <a:pt x="0" y="121166"/>
                    </a:lnTo>
                    <a:lnTo>
                      <a:pt x="0" y="86481"/>
                    </a:lnTo>
                    <a:lnTo>
                      <a:pt x="10488" y="86481"/>
                    </a:lnTo>
                    <a:cubicBezTo>
                      <a:pt x="13874" y="100870"/>
                      <a:pt x="23516" y="111524"/>
                      <a:pt x="37904" y="111524"/>
                    </a:cubicBezTo>
                    <a:cubicBezTo>
                      <a:pt x="49920" y="111524"/>
                      <a:pt x="58549" y="103741"/>
                      <a:pt x="58549" y="92057"/>
                    </a:cubicBezTo>
                    <a:cubicBezTo>
                      <a:pt x="58549" y="65155"/>
                      <a:pt x="662" y="67179"/>
                      <a:pt x="662" y="30968"/>
                    </a:cubicBezTo>
                    <a:cubicBezTo>
                      <a:pt x="662" y="13708"/>
                      <a:pt x="12843" y="0"/>
                      <a:pt x="31464" y="0"/>
                    </a:cubicBezTo>
                    <a:cubicBezTo>
                      <a:pt x="41787" y="0"/>
                      <a:pt x="50251" y="5078"/>
                      <a:pt x="56010" y="12862"/>
                    </a:cubicBezTo>
                    <a:lnTo>
                      <a:pt x="56010" y="2705"/>
                    </a:lnTo>
                    <a:lnTo>
                      <a:pt x="68191" y="2705"/>
                    </a:lnTo>
                    <a:lnTo>
                      <a:pt x="68191" y="35881"/>
                    </a:lnTo>
                    <a:lnTo>
                      <a:pt x="57703" y="35881"/>
                    </a:lnTo>
                    <a:cubicBezTo>
                      <a:pt x="55164" y="21823"/>
                      <a:pt x="46203" y="11850"/>
                      <a:pt x="32992" y="11850"/>
                    </a:cubicBezTo>
                    <a:cubicBezTo>
                      <a:pt x="21473" y="11850"/>
                      <a:pt x="14720" y="19964"/>
                      <a:pt x="14720" y="29441"/>
                    </a:cubicBezTo>
                    <a:cubicBezTo>
                      <a:pt x="14702" y="54483"/>
                      <a:pt x="72754" y="52790"/>
                      <a:pt x="72754" y="8951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63" name="Freeform: Shape 379"/>
              <p:cNvSpPr/>
              <p:nvPr/>
            </p:nvSpPr>
            <p:spPr>
              <a:xfrm>
                <a:off x="5529240" y="6019200"/>
                <a:ext cx="61200" cy="9288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78182" h="118479">
                    <a:moveTo>
                      <a:pt x="78183" y="87843"/>
                    </a:moveTo>
                    <a:lnTo>
                      <a:pt x="7818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77851" y="0"/>
                    </a:lnTo>
                    <a:lnTo>
                      <a:pt x="77851" y="28263"/>
                    </a:lnTo>
                    <a:lnTo>
                      <a:pt x="64990" y="28263"/>
                    </a:lnTo>
                    <a:lnTo>
                      <a:pt x="64990" y="11169"/>
                    </a:lnTo>
                    <a:lnTo>
                      <a:pt x="28778" y="11169"/>
                    </a:lnTo>
                    <a:lnTo>
                      <a:pt x="28778" y="50766"/>
                    </a:lnTo>
                    <a:lnTo>
                      <a:pt x="64824" y="50766"/>
                    </a:lnTo>
                    <a:lnTo>
                      <a:pt x="64824" y="62616"/>
                    </a:lnTo>
                    <a:lnTo>
                      <a:pt x="28778" y="62616"/>
                    </a:lnTo>
                    <a:lnTo>
                      <a:pt x="28778" y="107292"/>
                    </a:lnTo>
                    <a:lnTo>
                      <a:pt x="65339" y="107292"/>
                    </a:lnTo>
                    <a:lnTo>
                      <a:pt x="65339" y="87824"/>
                    </a:lnTo>
                    <a:lnTo>
                      <a:pt x="78183" y="87824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64" name="Freeform: Shape 380"/>
              <p:cNvSpPr/>
              <p:nvPr/>
            </p:nvSpPr>
            <p:spPr>
              <a:xfrm>
                <a:off x="5607360" y="601884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17448" h="118810">
                    <a:moveTo>
                      <a:pt x="117449" y="107642"/>
                    </a:moveTo>
                    <a:lnTo>
                      <a:pt x="117449" y="118810"/>
                    </a:lnTo>
                    <a:lnTo>
                      <a:pt x="75809" y="118810"/>
                    </a:lnTo>
                    <a:lnTo>
                      <a:pt x="75809" y="107642"/>
                    </a:lnTo>
                    <a:lnTo>
                      <a:pt x="90879" y="107642"/>
                    </a:lnTo>
                    <a:lnTo>
                      <a:pt x="80556" y="78698"/>
                    </a:lnTo>
                    <a:lnTo>
                      <a:pt x="35880" y="78698"/>
                    </a:lnTo>
                    <a:lnTo>
                      <a:pt x="25558" y="107642"/>
                    </a:lnTo>
                    <a:lnTo>
                      <a:pt x="40628" y="107642"/>
                    </a:lnTo>
                    <a:lnTo>
                      <a:pt x="40628" y="118810"/>
                    </a:lnTo>
                    <a:lnTo>
                      <a:pt x="0" y="118810"/>
                    </a:lnTo>
                    <a:lnTo>
                      <a:pt x="0" y="107642"/>
                    </a:lnTo>
                    <a:lnTo>
                      <a:pt x="11335" y="107642"/>
                    </a:lnTo>
                    <a:lnTo>
                      <a:pt x="51116" y="0"/>
                    </a:lnTo>
                    <a:lnTo>
                      <a:pt x="66682" y="0"/>
                    </a:lnTo>
                    <a:lnTo>
                      <a:pt x="105949" y="107642"/>
                    </a:lnTo>
                    <a:lnTo>
                      <a:pt x="117449" y="107642"/>
                    </a:lnTo>
                    <a:close/>
                    <a:moveTo>
                      <a:pt x="76490" y="67860"/>
                    </a:moveTo>
                    <a:lnTo>
                      <a:pt x="58218" y="14720"/>
                    </a:lnTo>
                    <a:lnTo>
                      <a:pt x="39947" y="67860"/>
                    </a:lnTo>
                    <a:lnTo>
                      <a:pt x="76490" y="67860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65" name="Freeform: Shape 381"/>
              <p:cNvSpPr/>
              <p:nvPr/>
            </p:nvSpPr>
            <p:spPr>
              <a:xfrm>
                <a:off x="5714280" y="6019200"/>
                <a:ext cx="77040" cy="92880"/>
              </a:xfrm>
              <a:custGeom>
                <a:avLst/>
                <a:gdLst>
                  <a:gd name="textAreaLeft" fmla="*/ 0 w 77040"/>
                  <a:gd name="textAreaRight" fmla="*/ 77400 w 7704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98312" h="118479">
                    <a:moveTo>
                      <a:pt x="98313" y="107310"/>
                    </a:moveTo>
                    <a:lnTo>
                      <a:pt x="98313" y="118479"/>
                    </a:lnTo>
                    <a:lnTo>
                      <a:pt x="73270" y="118479"/>
                    </a:lnTo>
                    <a:lnTo>
                      <a:pt x="44841" y="68044"/>
                    </a:lnTo>
                    <a:lnTo>
                      <a:pt x="28760" y="68044"/>
                    </a:lnTo>
                    <a:lnTo>
                      <a:pt x="28760" y="107310"/>
                    </a:lnTo>
                    <a:lnTo>
                      <a:pt x="42302" y="107310"/>
                    </a:lnTo>
                    <a:lnTo>
                      <a:pt x="42302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215" y="0"/>
                    </a:lnTo>
                    <a:cubicBezTo>
                      <a:pt x="66848" y="0"/>
                      <a:pt x="82764" y="14058"/>
                      <a:pt x="82764" y="32329"/>
                    </a:cubicBezTo>
                    <a:cubicBezTo>
                      <a:pt x="82764" y="47049"/>
                      <a:pt x="72773" y="59580"/>
                      <a:pt x="58568" y="64990"/>
                    </a:cubicBezTo>
                    <a:lnTo>
                      <a:pt x="83280" y="107310"/>
                    </a:lnTo>
                    <a:lnTo>
                      <a:pt x="98313" y="107310"/>
                    </a:lnTo>
                    <a:close/>
                    <a:moveTo>
                      <a:pt x="67842" y="32495"/>
                    </a:moveTo>
                    <a:cubicBezTo>
                      <a:pt x="67842" y="19302"/>
                      <a:pt x="58531" y="10838"/>
                      <a:pt x="45835" y="10838"/>
                    </a:cubicBezTo>
                    <a:lnTo>
                      <a:pt x="28741" y="10838"/>
                    </a:lnTo>
                    <a:lnTo>
                      <a:pt x="28741" y="57206"/>
                    </a:lnTo>
                    <a:lnTo>
                      <a:pt x="43811" y="57206"/>
                    </a:lnTo>
                    <a:cubicBezTo>
                      <a:pt x="58034" y="57206"/>
                      <a:pt x="67842" y="47730"/>
                      <a:pt x="67842" y="3249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66" name="Freeform: Shape 382"/>
              <p:cNvSpPr/>
              <p:nvPr/>
            </p:nvSpPr>
            <p:spPr>
              <a:xfrm>
                <a:off x="5806080" y="6017040"/>
                <a:ext cx="80280" cy="97200"/>
              </a:xfrm>
              <a:custGeom>
                <a:avLst/>
                <a:gdLst>
                  <a:gd name="textAreaLeft" fmla="*/ 0 w 80280"/>
                  <a:gd name="textAreaRight" fmla="*/ 80640 w 80280"/>
                  <a:gd name="textAreaTop" fmla="*/ 0 h 97200"/>
                  <a:gd name="textAreaBottom" fmla="*/ 97560 h 97200"/>
                </a:gdLst>
                <a:ahLst/>
                <a:rect l="textAreaLeft" t="textAreaTop" r="textAreaRight" b="textAreaBottom"/>
                <a:pathLst>
                  <a:path w="102746" h="123907">
                    <a:moveTo>
                      <a:pt x="102747" y="97172"/>
                    </a:moveTo>
                    <a:cubicBezTo>
                      <a:pt x="94633" y="112904"/>
                      <a:pt x="78035" y="123907"/>
                      <a:pt x="58568" y="123907"/>
                    </a:cubicBezTo>
                    <a:cubicBezTo>
                      <a:pt x="22172" y="123907"/>
                      <a:pt x="0" y="96988"/>
                      <a:pt x="0" y="61107"/>
                    </a:cubicBezTo>
                    <a:cubicBezTo>
                      <a:pt x="0" y="27085"/>
                      <a:pt x="23699" y="0"/>
                      <a:pt x="55514" y="0"/>
                    </a:cubicBezTo>
                    <a:cubicBezTo>
                      <a:pt x="69056" y="0"/>
                      <a:pt x="80556" y="6090"/>
                      <a:pt x="88339" y="15732"/>
                    </a:cubicBezTo>
                    <a:lnTo>
                      <a:pt x="88339" y="2705"/>
                    </a:lnTo>
                    <a:lnTo>
                      <a:pt x="100520" y="2705"/>
                    </a:lnTo>
                    <a:lnTo>
                      <a:pt x="100520" y="38070"/>
                    </a:lnTo>
                    <a:lnTo>
                      <a:pt x="90032" y="38070"/>
                    </a:lnTo>
                    <a:cubicBezTo>
                      <a:pt x="85966" y="22338"/>
                      <a:pt x="72423" y="12862"/>
                      <a:pt x="57703" y="12862"/>
                    </a:cubicBezTo>
                    <a:cubicBezTo>
                      <a:pt x="32992" y="12862"/>
                      <a:pt x="15217" y="32826"/>
                      <a:pt x="15217" y="60242"/>
                    </a:cubicBezTo>
                    <a:cubicBezTo>
                      <a:pt x="15217" y="88008"/>
                      <a:pt x="31465" y="111027"/>
                      <a:pt x="58200" y="111027"/>
                    </a:cubicBezTo>
                    <a:cubicBezTo>
                      <a:pt x="72920" y="111027"/>
                      <a:pt x="84935" y="103244"/>
                      <a:pt x="91872" y="90879"/>
                    </a:cubicBezTo>
                    <a:lnTo>
                      <a:pt x="102747" y="97172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67" name="Freeform: Shape 383"/>
              <p:cNvSpPr/>
              <p:nvPr/>
            </p:nvSpPr>
            <p:spPr>
              <a:xfrm>
                <a:off x="5905440" y="6019200"/>
                <a:ext cx="93240" cy="92880"/>
              </a:xfrm>
              <a:custGeom>
                <a:avLst/>
                <a:gdLst>
                  <a:gd name="textAreaLeft" fmla="*/ 0 w 93240"/>
                  <a:gd name="textAreaRight" fmla="*/ 93600 w 9324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119159" h="118479">
                    <a:moveTo>
                      <a:pt x="104605" y="11169"/>
                    </a:moveTo>
                    <a:lnTo>
                      <a:pt x="104605" y="107310"/>
                    </a:lnTo>
                    <a:lnTo>
                      <a:pt x="119160" y="107310"/>
                    </a:lnTo>
                    <a:lnTo>
                      <a:pt x="119160" y="118479"/>
                    </a:lnTo>
                    <a:lnTo>
                      <a:pt x="75827" y="118479"/>
                    </a:lnTo>
                    <a:lnTo>
                      <a:pt x="75827" y="107310"/>
                    </a:lnTo>
                    <a:lnTo>
                      <a:pt x="90382" y="107310"/>
                    </a:lnTo>
                    <a:lnTo>
                      <a:pt x="90382" y="63977"/>
                    </a:lnTo>
                    <a:lnTo>
                      <a:pt x="28778" y="63977"/>
                    </a:lnTo>
                    <a:lnTo>
                      <a:pt x="28778" y="107310"/>
                    </a:lnTo>
                    <a:lnTo>
                      <a:pt x="43332" y="107310"/>
                    </a:lnTo>
                    <a:lnTo>
                      <a:pt x="43332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3332" y="0"/>
                    </a:lnTo>
                    <a:lnTo>
                      <a:pt x="43332" y="11169"/>
                    </a:lnTo>
                    <a:lnTo>
                      <a:pt x="28778" y="11169"/>
                    </a:lnTo>
                    <a:lnTo>
                      <a:pt x="28778" y="52128"/>
                    </a:lnTo>
                    <a:lnTo>
                      <a:pt x="90382" y="52128"/>
                    </a:lnTo>
                    <a:lnTo>
                      <a:pt x="90382" y="11169"/>
                    </a:lnTo>
                    <a:lnTo>
                      <a:pt x="75827" y="11169"/>
                    </a:lnTo>
                    <a:lnTo>
                      <a:pt x="75827" y="0"/>
                    </a:lnTo>
                    <a:lnTo>
                      <a:pt x="119160" y="0"/>
                    </a:lnTo>
                    <a:lnTo>
                      <a:pt x="119160" y="11169"/>
                    </a:lnTo>
                    <a:lnTo>
                      <a:pt x="104605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68" name="Freeform: Shape 384"/>
              <p:cNvSpPr/>
              <p:nvPr/>
            </p:nvSpPr>
            <p:spPr>
              <a:xfrm>
                <a:off x="6065640" y="6017040"/>
                <a:ext cx="56880" cy="96840"/>
              </a:xfrm>
              <a:custGeom>
                <a:avLst/>
                <a:gdLst>
                  <a:gd name="textAreaLeft" fmla="*/ 0 w 56880"/>
                  <a:gd name="textAreaRight" fmla="*/ 57240 w 56880"/>
                  <a:gd name="textAreaTop" fmla="*/ 0 h 96840"/>
                  <a:gd name="textAreaBottom" fmla="*/ 97200 h 96840"/>
                </a:gdLst>
                <a:ahLst/>
                <a:rect l="textAreaLeft" t="textAreaTop" r="textAreaRight" b="textAreaBottom"/>
                <a:pathLst>
                  <a:path w="72772" h="123539">
                    <a:moveTo>
                      <a:pt x="72773" y="89517"/>
                    </a:moveTo>
                    <a:cubicBezTo>
                      <a:pt x="72773" y="108470"/>
                      <a:pt x="60242" y="123539"/>
                      <a:pt x="39101" y="123539"/>
                    </a:cubicBezTo>
                    <a:cubicBezTo>
                      <a:pt x="27416" y="123539"/>
                      <a:pt x="18271" y="118295"/>
                      <a:pt x="12199" y="109831"/>
                    </a:cubicBezTo>
                    <a:lnTo>
                      <a:pt x="12199" y="121166"/>
                    </a:lnTo>
                    <a:lnTo>
                      <a:pt x="0" y="121166"/>
                    </a:lnTo>
                    <a:lnTo>
                      <a:pt x="0" y="86481"/>
                    </a:lnTo>
                    <a:lnTo>
                      <a:pt x="10488" y="86481"/>
                    </a:lnTo>
                    <a:cubicBezTo>
                      <a:pt x="13874" y="100870"/>
                      <a:pt x="23516" y="111524"/>
                      <a:pt x="37904" y="111524"/>
                    </a:cubicBezTo>
                    <a:cubicBezTo>
                      <a:pt x="49920" y="111524"/>
                      <a:pt x="58549" y="103741"/>
                      <a:pt x="58549" y="92057"/>
                    </a:cubicBezTo>
                    <a:cubicBezTo>
                      <a:pt x="58549" y="65155"/>
                      <a:pt x="662" y="67179"/>
                      <a:pt x="662" y="30968"/>
                    </a:cubicBezTo>
                    <a:cubicBezTo>
                      <a:pt x="662" y="13708"/>
                      <a:pt x="12843" y="0"/>
                      <a:pt x="31464" y="0"/>
                    </a:cubicBezTo>
                    <a:cubicBezTo>
                      <a:pt x="41787" y="0"/>
                      <a:pt x="50251" y="5078"/>
                      <a:pt x="56010" y="12862"/>
                    </a:cubicBezTo>
                    <a:lnTo>
                      <a:pt x="56010" y="2705"/>
                    </a:lnTo>
                    <a:lnTo>
                      <a:pt x="68191" y="2705"/>
                    </a:lnTo>
                    <a:lnTo>
                      <a:pt x="68191" y="35881"/>
                    </a:lnTo>
                    <a:lnTo>
                      <a:pt x="57703" y="35881"/>
                    </a:lnTo>
                    <a:cubicBezTo>
                      <a:pt x="55164" y="21823"/>
                      <a:pt x="46185" y="11850"/>
                      <a:pt x="32992" y="11850"/>
                    </a:cubicBezTo>
                    <a:cubicBezTo>
                      <a:pt x="21473" y="11850"/>
                      <a:pt x="14720" y="19964"/>
                      <a:pt x="14720" y="29441"/>
                    </a:cubicBezTo>
                    <a:cubicBezTo>
                      <a:pt x="14720" y="54483"/>
                      <a:pt x="72773" y="52790"/>
                      <a:pt x="72773" y="8951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69" name="Freeform: Shape 385"/>
              <p:cNvSpPr/>
              <p:nvPr/>
            </p:nvSpPr>
            <p:spPr>
              <a:xfrm>
                <a:off x="6141600" y="6019200"/>
                <a:ext cx="90360" cy="94680"/>
              </a:xfrm>
              <a:custGeom>
                <a:avLst/>
                <a:gdLst>
                  <a:gd name="textAreaLeft" fmla="*/ 0 w 90360"/>
                  <a:gd name="textAreaRight" fmla="*/ 90720 w 90360"/>
                  <a:gd name="textAreaTop" fmla="*/ 0 h 94680"/>
                  <a:gd name="textAreaBottom" fmla="*/ 95040 h 94680"/>
                </a:gdLst>
                <a:ahLst/>
                <a:rect l="textAreaLeft" t="textAreaTop" r="textAreaRight" b="textAreaBottom"/>
                <a:pathLst>
                  <a:path w="115443" h="121018">
                    <a:moveTo>
                      <a:pt x="115443" y="11169"/>
                    </a:moveTo>
                    <a:lnTo>
                      <a:pt x="101220" y="11169"/>
                    </a:lnTo>
                    <a:lnTo>
                      <a:pt x="101220" y="75827"/>
                    </a:lnTo>
                    <a:cubicBezTo>
                      <a:pt x="101220" y="103244"/>
                      <a:pt x="85304" y="121018"/>
                      <a:pt x="57722" y="121018"/>
                    </a:cubicBezTo>
                    <a:cubicBezTo>
                      <a:pt x="30140" y="121018"/>
                      <a:pt x="14224" y="103244"/>
                      <a:pt x="14224" y="75827"/>
                    </a:cubicBezTo>
                    <a:lnTo>
                      <a:pt x="14224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3664" y="0"/>
                    </a:lnTo>
                    <a:lnTo>
                      <a:pt x="43664" y="11169"/>
                    </a:lnTo>
                    <a:lnTo>
                      <a:pt x="28428" y="11169"/>
                    </a:lnTo>
                    <a:lnTo>
                      <a:pt x="28428" y="76508"/>
                    </a:lnTo>
                    <a:cubicBezTo>
                      <a:pt x="28428" y="95975"/>
                      <a:pt x="39597" y="108156"/>
                      <a:pt x="57703" y="108156"/>
                    </a:cubicBezTo>
                    <a:cubicBezTo>
                      <a:pt x="75809" y="108156"/>
                      <a:pt x="86978" y="95975"/>
                      <a:pt x="86978" y="76508"/>
                    </a:cubicBezTo>
                    <a:lnTo>
                      <a:pt x="86978" y="11169"/>
                    </a:lnTo>
                    <a:lnTo>
                      <a:pt x="71743" y="11169"/>
                    </a:lnTo>
                    <a:lnTo>
                      <a:pt x="71743" y="0"/>
                    </a:lnTo>
                    <a:lnTo>
                      <a:pt x="115406" y="0"/>
                    </a:lnTo>
                    <a:lnTo>
                      <a:pt x="115406" y="11169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70" name="Freeform: Shape 386"/>
              <p:cNvSpPr/>
              <p:nvPr/>
            </p:nvSpPr>
            <p:spPr>
              <a:xfrm>
                <a:off x="6250320" y="6019200"/>
                <a:ext cx="65520" cy="92880"/>
              </a:xfrm>
              <a:custGeom>
                <a:avLst/>
                <a:gdLst>
                  <a:gd name="textAreaLeft" fmla="*/ 0 w 65520"/>
                  <a:gd name="textAreaRight" fmla="*/ 65880 w 6552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83960" h="118479">
                    <a:moveTo>
                      <a:pt x="83960" y="34022"/>
                    </a:moveTo>
                    <a:cubicBezTo>
                      <a:pt x="83960" y="56710"/>
                      <a:pt x="67363" y="70068"/>
                      <a:pt x="47233" y="70068"/>
                    </a:cubicBezTo>
                    <a:lnTo>
                      <a:pt x="28778" y="70068"/>
                    </a:lnTo>
                    <a:lnTo>
                      <a:pt x="28778" y="107310"/>
                    </a:lnTo>
                    <a:lnTo>
                      <a:pt x="46203" y="107310"/>
                    </a:lnTo>
                    <a:lnTo>
                      <a:pt x="4620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381" y="0"/>
                    </a:lnTo>
                    <a:cubicBezTo>
                      <a:pt x="67713" y="0"/>
                      <a:pt x="83960" y="13027"/>
                      <a:pt x="83960" y="34022"/>
                    </a:cubicBezTo>
                    <a:close/>
                    <a:moveTo>
                      <a:pt x="69074" y="33856"/>
                    </a:moveTo>
                    <a:cubicBezTo>
                      <a:pt x="69074" y="19136"/>
                      <a:pt x="59764" y="10838"/>
                      <a:pt x="46222" y="10838"/>
                    </a:cubicBezTo>
                    <a:lnTo>
                      <a:pt x="28796" y="10838"/>
                    </a:lnTo>
                    <a:lnTo>
                      <a:pt x="28796" y="58899"/>
                    </a:lnTo>
                    <a:lnTo>
                      <a:pt x="46405" y="58899"/>
                    </a:lnTo>
                    <a:cubicBezTo>
                      <a:pt x="59598" y="58899"/>
                      <a:pt x="69074" y="49920"/>
                      <a:pt x="69074" y="3385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71" name="Freeform: Shape 387"/>
              <p:cNvSpPr/>
              <p:nvPr/>
            </p:nvSpPr>
            <p:spPr>
              <a:xfrm>
                <a:off x="6334560" y="6019200"/>
                <a:ext cx="65520" cy="92880"/>
              </a:xfrm>
              <a:custGeom>
                <a:avLst/>
                <a:gdLst>
                  <a:gd name="textAreaLeft" fmla="*/ 0 w 65520"/>
                  <a:gd name="textAreaRight" fmla="*/ 65880 w 6552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83942" h="118479">
                    <a:moveTo>
                      <a:pt x="83942" y="34022"/>
                    </a:moveTo>
                    <a:cubicBezTo>
                      <a:pt x="83942" y="56710"/>
                      <a:pt x="67363" y="70068"/>
                      <a:pt x="47215" y="70068"/>
                    </a:cubicBezTo>
                    <a:lnTo>
                      <a:pt x="28778" y="70068"/>
                    </a:lnTo>
                    <a:lnTo>
                      <a:pt x="28778" y="107310"/>
                    </a:lnTo>
                    <a:lnTo>
                      <a:pt x="46203" y="107310"/>
                    </a:lnTo>
                    <a:lnTo>
                      <a:pt x="46203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381" y="0"/>
                    </a:lnTo>
                    <a:cubicBezTo>
                      <a:pt x="67695" y="0"/>
                      <a:pt x="83942" y="13027"/>
                      <a:pt x="83942" y="34022"/>
                    </a:cubicBezTo>
                    <a:close/>
                    <a:moveTo>
                      <a:pt x="69056" y="33856"/>
                    </a:moveTo>
                    <a:cubicBezTo>
                      <a:pt x="69056" y="19136"/>
                      <a:pt x="59746" y="10838"/>
                      <a:pt x="46203" y="10838"/>
                    </a:cubicBezTo>
                    <a:lnTo>
                      <a:pt x="28778" y="10838"/>
                    </a:lnTo>
                    <a:lnTo>
                      <a:pt x="28778" y="58899"/>
                    </a:lnTo>
                    <a:lnTo>
                      <a:pt x="46387" y="58899"/>
                    </a:lnTo>
                    <a:cubicBezTo>
                      <a:pt x="59580" y="58899"/>
                      <a:pt x="69056" y="49920"/>
                      <a:pt x="69056" y="3385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72" name="Freeform: Shape 388"/>
              <p:cNvSpPr/>
              <p:nvPr/>
            </p:nvSpPr>
            <p:spPr>
              <a:xfrm>
                <a:off x="6419880" y="6017040"/>
                <a:ext cx="91080" cy="97200"/>
              </a:xfrm>
              <a:custGeom>
                <a:avLst/>
                <a:gdLst>
                  <a:gd name="textAreaLeft" fmla="*/ 0 w 91080"/>
                  <a:gd name="textAreaRight" fmla="*/ 91440 w 91080"/>
                  <a:gd name="textAreaTop" fmla="*/ 0 h 97200"/>
                  <a:gd name="textAreaBottom" fmla="*/ 97560 h 97200"/>
                </a:gdLst>
                <a:ahLst/>
                <a:rect l="textAreaLeft" t="textAreaTop" r="textAreaRight" b="textAreaBottom"/>
                <a:pathLst>
                  <a:path w="116105" h="123888">
                    <a:moveTo>
                      <a:pt x="0" y="60923"/>
                    </a:moveTo>
                    <a:cubicBezTo>
                      <a:pt x="0" y="26901"/>
                      <a:pt x="23184" y="0"/>
                      <a:pt x="58053" y="0"/>
                    </a:cubicBezTo>
                    <a:cubicBezTo>
                      <a:pt x="92921" y="0"/>
                      <a:pt x="116105" y="26920"/>
                      <a:pt x="116105" y="60923"/>
                    </a:cubicBezTo>
                    <a:cubicBezTo>
                      <a:pt x="116105" y="95957"/>
                      <a:pt x="93602" y="123889"/>
                      <a:pt x="58053" y="123889"/>
                    </a:cubicBezTo>
                    <a:cubicBezTo>
                      <a:pt x="22503" y="123889"/>
                      <a:pt x="0" y="95957"/>
                      <a:pt x="0" y="60923"/>
                    </a:cubicBezTo>
                    <a:close/>
                    <a:moveTo>
                      <a:pt x="100870" y="60923"/>
                    </a:moveTo>
                    <a:cubicBezTo>
                      <a:pt x="100870" y="32826"/>
                      <a:pt x="84273" y="12862"/>
                      <a:pt x="58053" y="12862"/>
                    </a:cubicBezTo>
                    <a:cubicBezTo>
                      <a:pt x="31814" y="12862"/>
                      <a:pt x="15235" y="32826"/>
                      <a:pt x="15235" y="60923"/>
                    </a:cubicBezTo>
                    <a:cubicBezTo>
                      <a:pt x="15235" y="89701"/>
                      <a:pt x="31814" y="111027"/>
                      <a:pt x="58053" y="111027"/>
                    </a:cubicBezTo>
                    <a:cubicBezTo>
                      <a:pt x="84291" y="111027"/>
                      <a:pt x="100870" y="89701"/>
                      <a:pt x="100870" y="6092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73" name="Freeform: Shape 389"/>
              <p:cNvSpPr/>
              <p:nvPr/>
            </p:nvSpPr>
            <p:spPr>
              <a:xfrm>
                <a:off x="6532560" y="6019200"/>
                <a:ext cx="77040" cy="92880"/>
              </a:xfrm>
              <a:custGeom>
                <a:avLst/>
                <a:gdLst>
                  <a:gd name="textAreaLeft" fmla="*/ 0 w 77040"/>
                  <a:gd name="textAreaRight" fmla="*/ 77400 w 7704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98312" h="118479">
                    <a:moveTo>
                      <a:pt x="98313" y="107310"/>
                    </a:moveTo>
                    <a:lnTo>
                      <a:pt x="98313" y="118479"/>
                    </a:lnTo>
                    <a:lnTo>
                      <a:pt x="73270" y="118479"/>
                    </a:lnTo>
                    <a:lnTo>
                      <a:pt x="44841" y="68044"/>
                    </a:lnTo>
                    <a:lnTo>
                      <a:pt x="28760" y="68044"/>
                    </a:lnTo>
                    <a:lnTo>
                      <a:pt x="28760" y="107310"/>
                    </a:lnTo>
                    <a:lnTo>
                      <a:pt x="42302" y="107310"/>
                    </a:lnTo>
                    <a:lnTo>
                      <a:pt x="42302" y="118479"/>
                    </a:lnTo>
                    <a:lnTo>
                      <a:pt x="0" y="118479"/>
                    </a:lnTo>
                    <a:lnTo>
                      <a:pt x="0" y="107310"/>
                    </a:lnTo>
                    <a:lnTo>
                      <a:pt x="14555" y="107310"/>
                    </a:lnTo>
                    <a:lnTo>
                      <a:pt x="14555" y="11169"/>
                    </a:lnTo>
                    <a:lnTo>
                      <a:pt x="0" y="11169"/>
                    </a:lnTo>
                    <a:lnTo>
                      <a:pt x="0" y="0"/>
                    </a:lnTo>
                    <a:lnTo>
                      <a:pt x="47215" y="0"/>
                    </a:lnTo>
                    <a:cubicBezTo>
                      <a:pt x="66848" y="0"/>
                      <a:pt x="82764" y="14058"/>
                      <a:pt x="82764" y="32329"/>
                    </a:cubicBezTo>
                    <a:cubicBezTo>
                      <a:pt x="82764" y="47049"/>
                      <a:pt x="72773" y="59580"/>
                      <a:pt x="58568" y="64990"/>
                    </a:cubicBezTo>
                    <a:lnTo>
                      <a:pt x="83280" y="107310"/>
                    </a:lnTo>
                    <a:lnTo>
                      <a:pt x="98313" y="107310"/>
                    </a:lnTo>
                    <a:close/>
                    <a:moveTo>
                      <a:pt x="67860" y="32495"/>
                    </a:moveTo>
                    <a:cubicBezTo>
                      <a:pt x="67860" y="19302"/>
                      <a:pt x="58549" y="10838"/>
                      <a:pt x="45853" y="10838"/>
                    </a:cubicBezTo>
                    <a:lnTo>
                      <a:pt x="28760" y="10838"/>
                    </a:lnTo>
                    <a:lnTo>
                      <a:pt x="28760" y="57206"/>
                    </a:lnTo>
                    <a:lnTo>
                      <a:pt x="43829" y="57206"/>
                    </a:lnTo>
                    <a:cubicBezTo>
                      <a:pt x="58034" y="57206"/>
                      <a:pt x="67860" y="47730"/>
                      <a:pt x="67860" y="3249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  <p:sp>
            <p:nvSpPr>
              <p:cNvPr id="574" name="Freeform: Shape 390"/>
              <p:cNvSpPr/>
              <p:nvPr/>
            </p:nvSpPr>
            <p:spPr>
              <a:xfrm>
                <a:off x="6617880" y="6019200"/>
                <a:ext cx="72360" cy="92880"/>
              </a:xfrm>
              <a:custGeom>
                <a:avLst/>
                <a:gdLst>
                  <a:gd name="textAreaLeft" fmla="*/ 0 w 72360"/>
                  <a:gd name="textAreaRight" fmla="*/ 72720 w 72360"/>
                  <a:gd name="textAreaTop" fmla="*/ 0 h 92880"/>
                  <a:gd name="textAreaBottom" fmla="*/ 93240 h 92880"/>
                </a:gdLst>
                <a:ahLst/>
                <a:rect l="textAreaLeft" t="textAreaTop" r="textAreaRight" b="textAreaBottom"/>
                <a:pathLst>
                  <a:path w="92424" h="118479">
                    <a:moveTo>
                      <a:pt x="92424" y="33176"/>
                    </a:moveTo>
                    <a:lnTo>
                      <a:pt x="79563" y="33176"/>
                    </a:lnTo>
                    <a:lnTo>
                      <a:pt x="79563" y="11169"/>
                    </a:lnTo>
                    <a:lnTo>
                      <a:pt x="53324" y="11169"/>
                    </a:lnTo>
                    <a:lnTo>
                      <a:pt x="53324" y="107310"/>
                    </a:lnTo>
                    <a:lnTo>
                      <a:pt x="68890" y="107310"/>
                    </a:lnTo>
                    <a:lnTo>
                      <a:pt x="68890" y="118479"/>
                    </a:lnTo>
                    <a:lnTo>
                      <a:pt x="23534" y="118479"/>
                    </a:lnTo>
                    <a:lnTo>
                      <a:pt x="23534" y="107310"/>
                    </a:lnTo>
                    <a:lnTo>
                      <a:pt x="39101" y="107310"/>
                    </a:lnTo>
                    <a:lnTo>
                      <a:pt x="39101" y="11169"/>
                    </a:lnTo>
                    <a:lnTo>
                      <a:pt x="12862" y="11169"/>
                    </a:lnTo>
                    <a:lnTo>
                      <a:pt x="12862" y="33176"/>
                    </a:lnTo>
                    <a:lnTo>
                      <a:pt x="0" y="33176"/>
                    </a:lnTo>
                    <a:lnTo>
                      <a:pt x="0" y="0"/>
                    </a:lnTo>
                    <a:lnTo>
                      <a:pt x="92406" y="0"/>
                    </a:lnTo>
                    <a:lnTo>
                      <a:pt x="92406" y="33176"/>
                    </a:lnTo>
                    <a:close/>
                  </a:path>
                </a:pathLst>
              </a:custGeom>
              <a:solidFill>
                <a:schemeClr val="accent1"/>
              </a:solidFill>
              <a:ln w="18384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MS PGothic"/>
                </a:endParaRPr>
              </a:p>
            </p:txBody>
          </p:sp>
        </p:grpSp>
        <p:sp>
          <p:nvSpPr>
            <p:cNvPr id="575" name="Freeform: Shape 391"/>
            <p:cNvSpPr/>
            <p:nvPr/>
          </p:nvSpPr>
          <p:spPr>
            <a:xfrm>
              <a:off x="5693760" y="5864040"/>
              <a:ext cx="567360" cy="8640"/>
            </a:xfrm>
            <a:custGeom>
              <a:avLst/>
              <a:gdLst>
                <a:gd name="textAreaLeft" fmla="*/ 0 w 567360"/>
                <a:gd name="textAreaRight" fmla="*/ 567720 w 567360"/>
                <a:gd name="textAreaTop" fmla="*/ 0 h 8640"/>
                <a:gd name="textAreaBottom" fmla="*/ 9000 h 8640"/>
              </a:gdLst>
              <a:ahLst/>
              <a:rect l="textAreaLeft" t="textAreaTop" r="textAreaRight" b="textAreaBottom"/>
              <a:pathLst>
                <a:path w="722154" h="11279">
                  <a:moveTo>
                    <a:pt x="0" y="0"/>
                  </a:moveTo>
                  <a:lnTo>
                    <a:pt x="722154" y="0"/>
                  </a:lnTo>
                  <a:lnTo>
                    <a:pt x="722154" y="11279"/>
                  </a:lnTo>
                  <a:lnTo>
                    <a:pt x="0" y="11279"/>
                  </a:ln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6000" bIns="-36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576" name="Freeform: Shape 392"/>
            <p:cNvSpPr/>
            <p:nvPr/>
          </p:nvSpPr>
          <p:spPr>
            <a:xfrm>
              <a:off x="5700240" y="5427720"/>
              <a:ext cx="230760" cy="230760"/>
            </a:xfrm>
            <a:custGeom>
              <a:avLst/>
              <a:gdLst>
                <a:gd name="textAreaLeft" fmla="*/ 0 w 230760"/>
                <a:gd name="textAreaRight" fmla="*/ 231120 w 230760"/>
                <a:gd name="textAreaTop" fmla="*/ 0 h 230760"/>
                <a:gd name="textAreaBottom" fmla="*/ 231120 h 230760"/>
              </a:gdLst>
              <a:ahLst/>
              <a:rect l="textAreaLeft" t="textAreaTop" r="textAreaRight" b="textAreaBottom"/>
              <a:pathLst>
                <a:path w="293815" h="293815">
                  <a:moveTo>
                    <a:pt x="146908" y="293815"/>
                  </a:moveTo>
                  <a:cubicBezTo>
                    <a:pt x="65910" y="293815"/>
                    <a:pt x="0" y="227924"/>
                    <a:pt x="0" y="146908"/>
                  </a:cubicBezTo>
                  <a:cubicBezTo>
                    <a:pt x="0" y="65891"/>
                    <a:pt x="65891" y="0"/>
                    <a:pt x="146908" y="0"/>
                  </a:cubicBezTo>
                  <a:cubicBezTo>
                    <a:pt x="227905" y="0"/>
                    <a:pt x="293815" y="65891"/>
                    <a:pt x="293815" y="146908"/>
                  </a:cubicBezTo>
                  <a:cubicBezTo>
                    <a:pt x="293815" y="227924"/>
                    <a:pt x="227905" y="293815"/>
                    <a:pt x="146908" y="293815"/>
                  </a:cubicBezTo>
                  <a:close/>
                  <a:moveTo>
                    <a:pt x="146908" y="11298"/>
                  </a:moveTo>
                  <a:cubicBezTo>
                    <a:pt x="72129" y="11298"/>
                    <a:pt x="11298" y="72129"/>
                    <a:pt x="11298" y="146908"/>
                  </a:cubicBezTo>
                  <a:cubicBezTo>
                    <a:pt x="11298" y="221686"/>
                    <a:pt x="72129" y="282517"/>
                    <a:pt x="146908" y="282517"/>
                  </a:cubicBezTo>
                  <a:cubicBezTo>
                    <a:pt x="221686" y="282517"/>
                    <a:pt x="282536" y="221686"/>
                    <a:pt x="282536" y="146908"/>
                  </a:cubicBezTo>
                  <a:cubicBezTo>
                    <a:pt x="282536" y="72129"/>
                    <a:pt x="221686" y="11298"/>
                    <a:pt x="146908" y="11298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577" name="Freeform: Shape 393"/>
            <p:cNvSpPr/>
            <p:nvPr/>
          </p:nvSpPr>
          <p:spPr>
            <a:xfrm>
              <a:off x="5769360" y="5478840"/>
              <a:ext cx="92520" cy="92520"/>
            </a:xfrm>
            <a:custGeom>
              <a:avLst/>
              <a:gdLst>
                <a:gd name="textAreaLeft" fmla="*/ 0 w 92520"/>
                <a:gd name="textAreaRight" fmla="*/ 92880 w 92520"/>
                <a:gd name="textAreaTop" fmla="*/ 0 h 92520"/>
                <a:gd name="textAreaBottom" fmla="*/ 92880 h 92520"/>
              </a:gdLst>
              <a:ahLst/>
              <a:rect l="textAreaLeft" t="textAreaTop" r="textAreaRight" b="textAreaBottom"/>
              <a:pathLst>
                <a:path w="118313" h="118331">
                  <a:moveTo>
                    <a:pt x="59157" y="118332"/>
                  </a:moveTo>
                  <a:cubicBezTo>
                    <a:pt x="26533" y="118332"/>
                    <a:pt x="0" y="91799"/>
                    <a:pt x="0" y="59175"/>
                  </a:cubicBezTo>
                  <a:cubicBezTo>
                    <a:pt x="0" y="26552"/>
                    <a:pt x="26533" y="0"/>
                    <a:pt x="59157" y="0"/>
                  </a:cubicBezTo>
                  <a:cubicBezTo>
                    <a:pt x="91781" y="0"/>
                    <a:pt x="118314" y="26533"/>
                    <a:pt x="118314" y="59175"/>
                  </a:cubicBezTo>
                  <a:cubicBezTo>
                    <a:pt x="118314" y="91780"/>
                    <a:pt x="91762" y="118332"/>
                    <a:pt x="59157" y="118332"/>
                  </a:cubicBezTo>
                  <a:close/>
                  <a:moveTo>
                    <a:pt x="59157" y="11279"/>
                  </a:moveTo>
                  <a:cubicBezTo>
                    <a:pt x="32752" y="11279"/>
                    <a:pt x="11279" y="32752"/>
                    <a:pt x="11279" y="59157"/>
                  </a:cubicBezTo>
                  <a:cubicBezTo>
                    <a:pt x="11279" y="85561"/>
                    <a:pt x="32752" y="107034"/>
                    <a:pt x="59157" y="107034"/>
                  </a:cubicBezTo>
                  <a:cubicBezTo>
                    <a:pt x="85561" y="107034"/>
                    <a:pt x="107034" y="85561"/>
                    <a:pt x="107034" y="59157"/>
                  </a:cubicBezTo>
                  <a:cubicBezTo>
                    <a:pt x="107034" y="32771"/>
                    <a:pt x="85543" y="11279"/>
                    <a:pt x="59157" y="11279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578" name="Freeform: Shape 394"/>
            <p:cNvSpPr/>
            <p:nvPr/>
          </p:nvSpPr>
          <p:spPr>
            <a:xfrm>
              <a:off x="5743800" y="5563080"/>
              <a:ext cx="143640" cy="66960"/>
            </a:xfrm>
            <a:custGeom>
              <a:avLst/>
              <a:gdLst>
                <a:gd name="textAreaLeft" fmla="*/ 0 w 143640"/>
                <a:gd name="textAreaRight" fmla="*/ 144000 w 143640"/>
                <a:gd name="textAreaTop" fmla="*/ 0 h 66960"/>
                <a:gd name="textAreaBottom" fmla="*/ 67320 h 66960"/>
              </a:gdLst>
              <a:ahLst/>
              <a:rect l="textAreaLeft" t="textAreaTop" r="textAreaRight" b="textAreaBottom"/>
              <a:pathLst>
                <a:path w="183266" h="85487">
                  <a:moveTo>
                    <a:pt x="183266" y="85487"/>
                  </a:moveTo>
                  <a:lnTo>
                    <a:pt x="171987" y="85487"/>
                  </a:lnTo>
                  <a:cubicBezTo>
                    <a:pt x="171987" y="44565"/>
                    <a:pt x="138701" y="11279"/>
                    <a:pt x="97779" y="11279"/>
                  </a:cubicBezTo>
                  <a:lnTo>
                    <a:pt x="85487" y="11279"/>
                  </a:lnTo>
                  <a:cubicBezTo>
                    <a:pt x="44565" y="11279"/>
                    <a:pt x="11279" y="44565"/>
                    <a:pt x="11279" y="85487"/>
                  </a:cubicBezTo>
                  <a:lnTo>
                    <a:pt x="0" y="85487"/>
                  </a:lnTo>
                  <a:cubicBezTo>
                    <a:pt x="0" y="38346"/>
                    <a:pt x="38346" y="0"/>
                    <a:pt x="85487" y="0"/>
                  </a:cubicBezTo>
                  <a:lnTo>
                    <a:pt x="97779" y="0"/>
                  </a:lnTo>
                  <a:cubicBezTo>
                    <a:pt x="144920" y="18"/>
                    <a:pt x="183266" y="38364"/>
                    <a:pt x="183266" y="85487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2320" bIns="223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579" name="Freeform: Shape 395"/>
            <p:cNvSpPr/>
            <p:nvPr/>
          </p:nvSpPr>
          <p:spPr>
            <a:xfrm>
              <a:off x="6023880" y="5289840"/>
              <a:ext cx="230760" cy="230760"/>
            </a:xfrm>
            <a:custGeom>
              <a:avLst/>
              <a:gdLst>
                <a:gd name="textAreaLeft" fmla="*/ 0 w 230760"/>
                <a:gd name="textAreaRight" fmla="*/ 231120 w 230760"/>
                <a:gd name="textAreaTop" fmla="*/ 0 h 230760"/>
                <a:gd name="textAreaBottom" fmla="*/ 231120 h 230760"/>
              </a:gdLst>
              <a:ahLst/>
              <a:rect l="textAreaLeft" t="textAreaTop" r="textAreaRight" b="textAreaBottom"/>
              <a:pathLst>
                <a:path w="293815" h="293815">
                  <a:moveTo>
                    <a:pt x="146907" y="293815"/>
                  </a:moveTo>
                  <a:cubicBezTo>
                    <a:pt x="65910" y="293815"/>
                    <a:pt x="0" y="227924"/>
                    <a:pt x="0" y="146907"/>
                  </a:cubicBezTo>
                  <a:cubicBezTo>
                    <a:pt x="0" y="65910"/>
                    <a:pt x="65891" y="0"/>
                    <a:pt x="146907" y="0"/>
                  </a:cubicBezTo>
                  <a:cubicBezTo>
                    <a:pt x="227905" y="0"/>
                    <a:pt x="293815" y="65891"/>
                    <a:pt x="293815" y="146907"/>
                  </a:cubicBezTo>
                  <a:cubicBezTo>
                    <a:pt x="293815" y="227924"/>
                    <a:pt x="227905" y="293815"/>
                    <a:pt x="146907" y="293815"/>
                  </a:cubicBezTo>
                  <a:close/>
                  <a:moveTo>
                    <a:pt x="146907" y="11298"/>
                  </a:moveTo>
                  <a:cubicBezTo>
                    <a:pt x="72129" y="11298"/>
                    <a:pt x="11298" y="72129"/>
                    <a:pt x="11298" y="146907"/>
                  </a:cubicBezTo>
                  <a:cubicBezTo>
                    <a:pt x="11298" y="221686"/>
                    <a:pt x="72129" y="282517"/>
                    <a:pt x="146907" y="282517"/>
                  </a:cubicBezTo>
                  <a:cubicBezTo>
                    <a:pt x="221686" y="282517"/>
                    <a:pt x="282536" y="221686"/>
                    <a:pt x="282536" y="146907"/>
                  </a:cubicBezTo>
                  <a:cubicBezTo>
                    <a:pt x="282536" y="72147"/>
                    <a:pt x="221686" y="11298"/>
                    <a:pt x="146907" y="11298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580" name="Freeform: Shape 396"/>
            <p:cNvSpPr/>
            <p:nvPr/>
          </p:nvSpPr>
          <p:spPr>
            <a:xfrm>
              <a:off x="6158160" y="5581440"/>
              <a:ext cx="97200" cy="97200"/>
            </a:xfrm>
            <a:custGeom>
              <a:avLst/>
              <a:gdLst>
                <a:gd name="textAreaLeft" fmla="*/ 0 w 97200"/>
                <a:gd name="textAreaRight" fmla="*/ 97560 w 97200"/>
                <a:gd name="textAreaTop" fmla="*/ 0 h 97200"/>
                <a:gd name="textAreaBottom" fmla="*/ 97560 h 97200"/>
              </a:gdLst>
              <a:ahLst/>
              <a:rect l="textAreaLeft" t="textAreaTop" r="textAreaRight" b="textAreaBottom"/>
              <a:pathLst>
                <a:path w="124017" h="124017">
                  <a:moveTo>
                    <a:pt x="62009" y="124018"/>
                  </a:moveTo>
                  <a:cubicBezTo>
                    <a:pt x="27821" y="124018"/>
                    <a:pt x="0" y="96196"/>
                    <a:pt x="0" y="62009"/>
                  </a:cubicBezTo>
                  <a:cubicBezTo>
                    <a:pt x="0" y="27821"/>
                    <a:pt x="27821" y="0"/>
                    <a:pt x="62009" y="0"/>
                  </a:cubicBezTo>
                  <a:cubicBezTo>
                    <a:pt x="96196" y="0"/>
                    <a:pt x="124017" y="27821"/>
                    <a:pt x="124017" y="62009"/>
                  </a:cubicBezTo>
                  <a:cubicBezTo>
                    <a:pt x="124017" y="96196"/>
                    <a:pt x="96196" y="124018"/>
                    <a:pt x="62009" y="124018"/>
                  </a:cubicBezTo>
                  <a:close/>
                  <a:moveTo>
                    <a:pt x="62009" y="11298"/>
                  </a:moveTo>
                  <a:cubicBezTo>
                    <a:pt x="34040" y="11298"/>
                    <a:pt x="11279" y="34059"/>
                    <a:pt x="11279" y="62027"/>
                  </a:cubicBezTo>
                  <a:cubicBezTo>
                    <a:pt x="11279" y="89996"/>
                    <a:pt x="34040" y="112757"/>
                    <a:pt x="62009" y="112757"/>
                  </a:cubicBezTo>
                  <a:cubicBezTo>
                    <a:pt x="89977" y="112757"/>
                    <a:pt x="112738" y="89996"/>
                    <a:pt x="112738" y="62027"/>
                  </a:cubicBezTo>
                  <a:cubicBezTo>
                    <a:pt x="112738" y="34040"/>
                    <a:pt x="89977" y="11298"/>
                    <a:pt x="62009" y="11298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581" name="Freeform: Shape 397"/>
            <p:cNvSpPr/>
            <p:nvPr/>
          </p:nvSpPr>
          <p:spPr>
            <a:xfrm>
              <a:off x="5671800" y="5670720"/>
              <a:ext cx="97200" cy="97200"/>
            </a:xfrm>
            <a:custGeom>
              <a:avLst/>
              <a:gdLst>
                <a:gd name="textAreaLeft" fmla="*/ 0 w 97200"/>
                <a:gd name="textAreaRight" fmla="*/ 97560 w 97200"/>
                <a:gd name="textAreaTop" fmla="*/ 0 h 97200"/>
                <a:gd name="textAreaBottom" fmla="*/ 97560 h 97200"/>
              </a:gdLst>
              <a:ahLst/>
              <a:rect l="textAreaLeft" t="textAreaTop" r="textAreaRight" b="textAreaBottom"/>
              <a:pathLst>
                <a:path w="124017" h="124017">
                  <a:moveTo>
                    <a:pt x="62009" y="124018"/>
                  </a:moveTo>
                  <a:cubicBezTo>
                    <a:pt x="27821" y="124018"/>
                    <a:pt x="0" y="96196"/>
                    <a:pt x="0" y="62009"/>
                  </a:cubicBezTo>
                  <a:cubicBezTo>
                    <a:pt x="0" y="27821"/>
                    <a:pt x="27821" y="0"/>
                    <a:pt x="62009" y="0"/>
                  </a:cubicBezTo>
                  <a:cubicBezTo>
                    <a:pt x="96196" y="0"/>
                    <a:pt x="124018" y="27821"/>
                    <a:pt x="124018" y="62009"/>
                  </a:cubicBezTo>
                  <a:cubicBezTo>
                    <a:pt x="124018" y="96196"/>
                    <a:pt x="96196" y="124018"/>
                    <a:pt x="62009" y="124018"/>
                  </a:cubicBezTo>
                  <a:close/>
                  <a:moveTo>
                    <a:pt x="62009" y="11279"/>
                  </a:moveTo>
                  <a:cubicBezTo>
                    <a:pt x="34041" y="11279"/>
                    <a:pt x="11279" y="34040"/>
                    <a:pt x="11279" y="62009"/>
                  </a:cubicBezTo>
                  <a:cubicBezTo>
                    <a:pt x="11279" y="89977"/>
                    <a:pt x="34041" y="112738"/>
                    <a:pt x="62009" y="112738"/>
                  </a:cubicBezTo>
                  <a:cubicBezTo>
                    <a:pt x="89977" y="112738"/>
                    <a:pt x="112738" y="89977"/>
                    <a:pt x="112738" y="62009"/>
                  </a:cubicBezTo>
                  <a:cubicBezTo>
                    <a:pt x="112720" y="34040"/>
                    <a:pt x="89977" y="11279"/>
                    <a:pt x="62009" y="11279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582" name="Freeform: Shape 398"/>
            <p:cNvSpPr/>
            <p:nvPr/>
          </p:nvSpPr>
          <p:spPr>
            <a:xfrm>
              <a:off x="6092640" y="5340960"/>
              <a:ext cx="92520" cy="92520"/>
            </a:xfrm>
            <a:custGeom>
              <a:avLst/>
              <a:gdLst>
                <a:gd name="textAreaLeft" fmla="*/ 0 w 92520"/>
                <a:gd name="textAreaRight" fmla="*/ 92880 w 92520"/>
                <a:gd name="textAreaTop" fmla="*/ 0 h 92520"/>
                <a:gd name="textAreaBottom" fmla="*/ 92880 h 92520"/>
              </a:gdLst>
              <a:ahLst/>
              <a:rect l="textAreaLeft" t="textAreaTop" r="textAreaRight" b="textAreaBottom"/>
              <a:pathLst>
                <a:path w="118331" h="118331">
                  <a:moveTo>
                    <a:pt x="59157" y="118332"/>
                  </a:moveTo>
                  <a:cubicBezTo>
                    <a:pt x="26533" y="118332"/>
                    <a:pt x="0" y="91799"/>
                    <a:pt x="0" y="59157"/>
                  </a:cubicBezTo>
                  <a:cubicBezTo>
                    <a:pt x="0" y="26533"/>
                    <a:pt x="26533" y="0"/>
                    <a:pt x="59157" y="0"/>
                  </a:cubicBezTo>
                  <a:cubicBezTo>
                    <a:pt x="91781" y="0"/>
                    <a:pt x="118332" y="26533"/>
                    <a:pt x="118332" y="59157"/>
                  </a:cubicBezTo>
                  <a:cubicBezTo>
                    <a:pt x="118314" y="91799"/>
                    <a:pt x="91781" y="118332"/>
                    <a:pt x="59157" y="118332"/>
                  </a:cubicBezTo>
                  <a:close/>
                  <a:moveTo>
                    <a:pt x="59157" y="11298"/>
                  </a:moveTo>
                  <a:cubicBezTo>
                    <a:pt x="32752" y="11298"/>
                    <a:pt x="11279" y="32771"/>
                    <a:pt x="11279" y="59175"/>
                  </a:cubicBezTo>
                  <a:cubicBezTo>
                    <a:pt x="11279" y="85579"/>
                    <a:pt x="32752" y="107053"/>
                    <a:pt x="59157" y="107053"/>
                  </a:cubicBezTo>
                  <a:cubicBezTo>
                    <a:pt x="85561" y="107053"/>
                    <a:pt x="107034" y="85579"/>
                    <a:pt x="107034" y="59175"/>
                  </a:cubicBezTo>
                  <a:cubicBezTo>
                    <a:pt x="107034" y="32771"/>
                    <a:pt x="85561" y="11298"/>
                    <a:pt x="59157" y="11298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583" name="Freeform: Shape 399"/>
            <p:cNvSpPr/>
            <p:nvPr/>
          </p:nvSpPr>
          <p:spPr>
            <a:xfrm>
              <a:off x="6067080" y="5424840"/>
              <a:ext cx="143640" cy="66960"/>
            </a:xfrm>
            <a:custGeom>
              <a:avLst/>
              <a:gdLst>
                <a:gd name="textAreaLeft" fmla="*/ 0 w 143640"/>
                <a:gd name="textAreaRight" fmla="*/ 144000 w 143640"/>
                <a:gd name="textAreaTop" fmla="*/ 0 h 66960"/>
                <a:gd name="textAreaBottom" fmla="*/ 67320 h 66960"/>
              </a:gdLst>
              <a:ahLst/>
              <a:rect l="textAreaLeft" t="textAreaTop" r="textAreaRight" b="textAreaBottom"/>
              <a:pathLst>
                <a:path w="183248" h="85487">
                  <a:moveTo>
                    <a:pt x="183248" y="85487"/>
                  </a:moveTo>
                  <a:lnTo>
                    <a:pt x="171969" y="85487"/>
                  </a:lnTo>
                  <a:cubicBezTo>
                    <a:pt x="171969" y="44565"/>
                    <a:pt x="138682" y="11298"/>
                    <a:pt x="97760" y="11298"/>
                  </a:cubicBezTo>
                  <a:lnTo>
                    <a:pt x="85487" y="11298"/>
                  </a:lnTo>
                  <a:cubicBezTo>
                    <a:pt x="44565" y="11298"/>
                    <a:pt x="11279" y="44584"/>
                    <a:pt x="11279" y="85487"/>
                  </a:cubicBezTo>
                  <a:lnTo>
                    <a:pt x="0" y="85487"/>
                  </a:lnTo>
                  <a:cubicBezTo>
                    <a:pt x="0" y="38346"/>
                    <a:pt x="38346" y="0"/>
                    <a:pt x="85487" y="0"/>
                  </a:cubicBezTo>
                  <a:lnTo>
                    <a:pt x="97760" y="0"/>
                  </a:lnTo>
                  <a:cubicBezTo>
                    <a:pt x="144902" y="0"/>
                    <a:pt x="183248" y="38346"/>
                    <a:pt x="183248" y="85487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2320" bIns="223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584" name="Freeform: Shape 400"/>
            <p:cNvSpPr/>
            <p:nvPr/>
          </p:nvSpPr>
          <p:spPr>
            <a:xfrm>
              <a:off x="5896080" y="5641920"/>
              <a:ext cx="230760" cy="230760"/>
            </a:xfrm>
            <a:custGeom>
              <a:avLst/>
              <a:gdLst>
                <a:gd name="textAreaLeft" fmla="*/ 0 w 230760"/>
                <a:gd name="textAreaRight" fmla="*/ 231120 w 230760"/>
                <a:gd name="textAreaTop" fmla="*/ 0 h 230760"/>
                <a:gd name="textAreaBottom" fmla="*/ 231120 h 230760"/>
              </a:gdLst>
              <a:ahLst/>
              <a:rect l="textAreaLeft" t="textAreaTop" r="textAreaRight" b="textAreaBottom"/>
              <a:pathLst>
                <a:path w="293815" h="293815">
                  <a:moveTo>
                    <a:pt x="146908" y="293815"/>
                  </a:moveTo>
                  <a:cubicBezTo>
                    <a:pt x="65910" y="293815"/>
                    <a:pt x="0" y="227924"/>
                    <a:pt x="0" y="146908"/>
                  </a:cubicBezTo>
                  <a:cubicBezTo>
                    <a:pt x="0" y="65910"/>
                    <a:pt x="65910" y="0"/>
                    <a:pt x="146908" y="0"/>
                  </a:cubicBezTo>
                  <a:cubicBezTo>
                    <a:pt x="227905" y="0"/>
                    <a:pt x="293815" y="65891"/>
                    <a:pt x="293815" y="146908"/>
                  </a:cubicBezTo>
                  <a:cubicBezTo>
                    <a:pt x="293797" y="227924"/>
                    <a:pt x="227905" y="293815"/>
                    <a:pt x="146908" y="293815"/>
                  </a:cubicBezTo>
                  <a:close/>
                  <a:moveTo>
                    <a:pt x="146908" y="11298"/>
                  </a:moveTo>
                  <a:cubicBezTo>
                    <a:pt x="72129" y="11298"/>
                    <a:pt x="11279" y="72129"/>
                    <a:pt x="11279" y="146908"/>
                  </a:cubicBezTo>
                  <a:cubicBezTo>
                    <a:pt x="11279" y="221686"/>
                    <a:pt x="72111" y="282517"/>
                    <a:pt x="146908" y="282517"/>
                  </a:cubicBezTo>
                  <a:cubicBezTo>
                    <a:pt x="221686" y="282517"/>
                    <a:pt x="282517" y="221686"/>
                    <a:pt x="282517" y="146908"/>
                  </a:cubicBezTo>
                  <a:cubicBezTo>
                    <a:pt x="282517" y="72129"/>
                    <a:pt x="221686" y="11298"/>
                    <a:pt x="146908" y="11298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585" name="Freeform: Shape 401"/>
            <p:cNvSpPr/>
            <p:nvPr/>
          </p:nvSpPr>
          <p:spPr>
            <a:xfrm>
              <a:off x="5964840" y="5693040"/>
              <a:ext cx="92520" cy="92520"/>
            </a:xfrm>
            <a:custGeom>
              <a:avLst/>
              <a:gdLst>
                <a:gd name="textAreaLeft" fmla="*/ 0 w 92520"/>
                <a:gd name="textAreaRight" fmla="*/ 92880 w 92520"/>
                <a:gd name="textAreaTop" fmla="*/ 0 h 92520"/>
                <a:gd name="textAreaBottom" fmla="*/ 92880 h 92520"/>
              </a:gdLst>
              <a:ahLst/>
              <a:rect l="textAreaLeft" t="textAreaTop" r="textAreaRight" b="textAreaBottom"/>
              <a:pathLst>
                <a:path w="118331" h="118331">
                  <a:moveTo>
                    <a:pt x="59175" y="118332"/>
                  </a:moveTo>
                  <a:cubicBezTo>
                    <a:pt x="26551" y="118332"/>
                    <a:pt x="0" y="91799"/>
                    <a:pt x="0" y="59175"/>
                  </a:cubicBezTo>
                  <a:cubicBezTo>
                    <a:pt x="0" y="26552"/>
                    <a:pt x="26533" y="0"/>
                    <a:pt x="59175" y="0"/>
                  </a:cubicBezTo>
                  <a:cubicBezTo>
                    <a:pt x="91799" y="0"/>
                    <a:pt x="118332" y="26533"/>
                    <a:pt x="118332" y="59175"/>
                  </a:cubicBezTo>
                  <a:cubicBezTo>
                    <a:pt x="118332" y="91799"/>
                    <a:pt x="91799" y="118332"/>
                    <a:pt x="59175" y="118332"/>
                  </a:cubicBezTo>
                  <a:close/>
                  <a:moveTo>
                    <a:pt x="59175" y="11279"/>
                  </a:moveTo>
                  <a:cubicBezTo>
                    <a:pt x="32771" y="11279"/>
                    <a:pt x="11298" y="32752"/>
                    <a:pt x="11298" y="59157"/>
                  </a:cubicBezTo>
                  <a:cubicBezTo>
                    <a:pt x="11298" y="85561"/>
                    <a:pt x="32771" y="107034"/>
                    <a:pt x="59175" y="107034"/>
                  </a:cubicBezTo>
                  <a:cubicBezTo>
                    <a:pt x="85580" y="107034"/>
                    <a:pt x="107052" y="85561"/>
                    <a:pt x="107052" y="59157"/>
                  </a:cubicBezTo>
                  <a:cubicBezTo>
                    <a:pt x="107052" y="32771"/>
                    <a:pt x="85561" y="11279"/>
                    <a:pt x="59175" y="11279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586" name="Freeform: Shape 402"/>
            <p:cNvSpPr/>
            <p:nvPr/>
          </p:nvSpPr>
          <p:spPr>
            <a:xfrm>
              <a:off x="5939280" y="5777280"/>
              <a:ext cx="143640" cy="66960"/>
            </a:xfrm>
            <a:custGeom>
              <a:avLst/>
              <a:gdLst>
                <a:gd name="textAreaLeft" fmla="*/ 0 w 143640"/>
                <a:gd name="textAreaRight" fmla="*/ 144000 w 143640"/>
                <a:gd name="textAreaTop" fmla="*/ 0 h 66960"/>
                <a:gd name="textAreaBottom" fmla="*/ 67320 h 66960"/>
              </a:gdLst>
              <a:ahLst/>
              <a:rect l="textAreaLeft" t="textAreaTop" r="textAreaRight" b="textAreaBottom"/>
              <a:pathLst>
                <a:path w="183248" h="85487">
                  <a:moveTo>
                    <a:pt x="183248" y="85487"/>
                  </a:moveTo>
                  <a:lnTo>
                    <a:pt x="171969" y="85487"/>
                  </a:lnTo>
                  <a:cubicBezTo>
                    <a:pt x="171969" y="44565"/>
                    <a:pt x="138683" y="11279"/>
                    <a:pt x="97761" y="11279"/>
                  </a:cubicBezTo>
                  <a:lnTo>
                    <a:pt x="85488" y="11279"/>
                  </a:lnTo>
                  <a:cubicBezTo>
                    <a:pt x="44566" y="11279"/>
                    <a:pt x="11279" y="44565"/>
                    <a:pt x="11279" y="85487"/>
                  </a:cubicBezTo>
                  <a:lnTo>
                    <a:pt x="0" y="85487"/>
                  </a:lnTo>
                  <a:cubicBezTo>
                    <a:pt x="0" y="38346"/>
                    <a:pt x="38346" y="0"/>
                    <a:pt x="85488" y="0"/>
                  </a:cubicBezTo>
                  <a:lnTo>
                    <a:pt x="97761" y="0"/>
                  </a:lnTo>
                  <a:cubicBezTo>
                    <a:pt x="144902" y="0"/>
                    <a:pt x="183248" y="38346"/>
                    <a:pt x="183248" y="85487"/>
                  </a:cubicBez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2320" bIns="223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587" name="Freeform: Shape 403"/>
            <p:cNvSpPr/>
            <p:nvPr/>
          </p:nvSpPr>
          <p:spPr>
            <a:xfrm>
              <a:off x="5887800" y="5621760"/>
              <a:ext cx="51840" cy="5580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55800"/>
                <a:gd name="textAreaBottom" fmla="*/ 56160 h 55800"/>
              </a:gdLst>
              <a:ahLst/>
              <a:rect l="textAreaLeft" t="textAreaTop" r="textAreaRight" b="textAreaBottom"/>
              <a:pathLst>
                <a:path w="66304" h="71590">
                  <a:moveTo>
                    <a:pt x="8363" y="0"/>
                  </a:moveTo>
                  <a:lnTo>
                    <a:pt x="66305" y="64021"/>
                  </a:lnTo>
                  <a:lnTo>
                    <a:pt x="57942" y="71590"/>
                  </a:lnTo>
                  <a:lnTo>
                    <a:pt x="0" y="7568"/>
                  </a:ln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1160" bIns="111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588" name="Freeform: Shape 404"/>
            <p:cNvSpPr/>
            <p:nvPr/>
          </p:nvSpPr>
          <p:spPr>
            <a:xfrm>
              <a:off x="5915520" y="5444280"/>
              <a:ext cx="122760" cy="57600"/>
            </a:xfrm>
            <a:custGeom>
              <a:avLst/>
              <a:gdLst>
                <a:gd name="textAreaLeft" fmla="*/ 0 w 122760"/>
                <a:gd name="textAreaRight" fmla="*/ 123120 w 122760"/>
                <a:gd name="textAreaTop" fmla="*/ 0 h 57600"/>
                <a:gd name="textAreaBottom" fmla="*/ 57960 h 57600"/>
              </a:gdLst>
              <a:ahLst/>
              <a:rect l="textAreaLeft" t="textAreaTop" r="textAreaRight" b="textAreaBottom"/>
              <a:pathLst>
                <a:path w="156409" h="73808">
                  <a:moveTo>
                    <a:pt x="152070" y="0"/>
                  </a:moveTo>
                  <a:lnTo>
                    <a:pt x="156410" y="10411"/>
                  </a:lnTo>
                  <a:lnTo>
                    <a:pt x="4340" y="73809"/>
                  </a:lnTo>
                  <a:lnTo>
                    <a:pt x="0" y="63398"/>
                  </a:ln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960" bIns="129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589" name="Freeform: Shape 405"/>
            <p:cNvSpPr/>
            <p:nvPr/>
          </p:nvSpPr>
          <p:spPr>
            <a:xfrm>
              <a:off x="6045840" y="5508360"/>
              <a:ext cx="60840" cy="14292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42920"/>
                <a:gd name="textAreaBottom" fmla="*/ 143280 h 142920"/>
              </a:gdLst>
              <a:ahLst/>
              <a:rect l="textAreaLeft" t="textAreaTop" r="textAreaRight" b="textAreaBottom"/>
              <a:pathLst>
                <a:path w="77633" h="182003">
                  <a:moveTo>
                    <a:pt x="67079" y="0"/>
                  </a:moveTo>
                  <a:lnTo>
                    <a:pt x="77634" y="3977"/>
                  </a:lnTo>
                  <a:lnTo>
                    <a:pt x="10555" y="182004"/>
                  </a:lnTo>
                  <a:lnTo>
                    <a:pt x="0" y="178027"/>
                  </a:ln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590" name="Freeform: Shape 406"/>
            <p:cNvSpPr/>
            <p:nvPr/>
          </p:nvSpPr>
          <p:spPr>
            <a:xfrm>
              <a:off x="6100200" y="5650560"/>
              <a:ext cx="71640" cy="50040"/>
            </a:xfrm>
            <a:custGeom>
              <a:avLst/>
              <a:gdLst>
                <a:gd name="textAreaLeft" fmla="*/ 0 w 71640"/>
                <a:gd name="textAreaRight" fmla="*/ 72000 w 71640"/>
                <a:gd name="textAreaTop" fmla="*/ 0 h 50040"/>
                <a:gd name="textAreaBottom" fmla="*/ 50400 h 50040"/>
              </a:gdLst>
              <a:ahLst/>
              <a:rect l="textAreaLeft" t="textAreaTop" r="textAreaRight" b="textAreaBottom"/>
              <a:pathLst>
                <a:path w="91629" h="64284">
                  <a:moveTo>
                    <a:pt x="85547" y="0"/>
                  </a:moveTo>
                  <a:lnTo>
                    <a:pt x="91630" y="9498"/>
                  </a:lnTo>
                  <a:lnTo>
                    <a:pt x="6083" y="64285"/>
                  </a:lnTo>
                  <a:lnTo>
                    <a:pt x="0" y="54786"/>
                  </a:ln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" bIns="54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  <p:sp>
          <p:nvSpPr>
            <p:cNvPr id="591" name="Freeform: Shape 407"/>
            <p:cNvSpPr/>
            <p:nvPr/>
          </p:nvSpPr>
          <p:spPr>
            <a:xfrm>
              <a:off x="5735160" y="5636880"/>
              <a:ext cx="27720" cy="4392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43920"/>
                <a:gd name="textAreaBottom" fmla="*/ 44280 h 43920"/>
              </a:gdLst>
              <a:ahLst/>
              <a:rect l="textAreaLeft" t="textAreaTop" r="textAreaRight" b="textAreaBottom"/>
              <a:pathLst>
                <a:path w="35928" h="56375">
                  <a:moveTo>
                    <a:pt x="25856" y="0"/>
                  </a:moveTo>
                  <a:lnTo>
                    <a:pt x="35929" y="5077"/>
                  </a:lnTo>
                  <a:lnTo>
                    <a:pt x="10073" y="56376"/>
                  </a:lnTo>
                  <a:lnTo>
                    <a:pt x="0" y="51299"/>
                  </a:lnTo>
                  <a:close/>
                </a:path>
              </a:pathLst>
            </a:custGeom>
            <a:solidFill>
              <a:schemeClr val="accent1"/>
            </a:solidFill>
            <a:ln w="1838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20" bIns="-72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MS PGothic"/>
              </a:endParaRPr>
            </a:p>
          </p:txBody>
        </p:sp>
      </p:grpSp>
      <p:sp>
        <p:nvSpPr>
          <p:cNvPr id="592" name="TextBox 393"/>
          <p:cNvSpPr/>
          <p:nvPr/>
        </p:nvSpPr>
        <p:spPr>
          <a:xfrm>
            <a:off x="647640" y="452520"/>
            <a:ext cx="1552320" cy="4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3200"/>
              </a:lnSpc>
            </a:pPr>
            <a:r>
              <a:rPr b="0" lang="en-US" sz="4000" spc="-1" strike="noStrike">
                <a:solidFill>
                  <a:srgbClr val="712c3d"/>
                </a:solidFill>
                <a:latin typeface="Calibri"/>
                <a:ea typeface="MS PGothic"/>
              </a:rPr>
              <a:t>ICONS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lri_powerpoint_template_apr2013">
  <a:themeElements>
    <a:clrScheme name="Custom 3">
      <a:dk1>
        <a:srgbClr val="000000"/>
      </a:dk1>
      <a:lt1>
        <a:srgbClr val="ffffff"/>
      </a:lt1>
      <a:dk2>
        <a:srgbClr val="3d4859"/>
      </a:dk2>
      <a:lt2>
        <a:srgbClr val="fefbe4"/>
      </a:lt2>
      <a:accent1>
        <a:srgbClr val="69303d"/>
      </a:accent1>
      <a:accent2>
        <a:srgbClr val="b65033"/>
      </a:accent2>
      <a:accent3>
        <a:srgbClr val="eca041"/>
      </a:accent3>
      <a:accent4>
        <a:srgbClr val="444d63"/>
      </a:accent4>
      <a:accent5>
        <a:srgbClr val="8298a8"/>
      </a:accent5>
      <a:accent6>
        <a:srgbClr val="a3a470"/>
      </a:accent6>
      <a:hlink>
        <a:srgbClr val="762123"/>
      </a:hlink>
      <a:folHlink>
        <a:srgbClr val="bd7b85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lri_powerpoint_template_apr2013">
  <a:themeElements>
    <a:clrScheme name="Custom 3">
      <a:dk1>
        <a:srgbClr val="000000"/>
      </a:dk1>
      <a:lt1>
        <a:srgbClr val="ffffff"/>
      </a:lt1>
      <a:dk2>
        <a:srgbClr val="3d4859"/>
      </a:dk2>
      <a:lt2>
        <a:srgbClr val="fefbe4"/>
      </a:lt2>
      <a:accent1>
        <a:srgbClr val="69303d"/>
      </a:accent1>
      <a:accent2>
        <a:srgbClr val="b65033"/>
      </a:accent2>
      <a:accent3>
        <a:srgbClr val="eca041"/>
      </a:accent3>
      <a:accent4>
        <a:srgbClr val="444d63"/>
      </a:accent4>
      <a:accent5>
        <a:srgbClr val="8298a8"/>
      </a:accent5>
      <a:accent6>
        <a:srgbClr val="a3a470"/>
      </a:accent6>
      <a:hlink>
        <a:srgbClr val="762123"/>
      </a:hlink>
      <a:folHlink>
        <a:srgbClr val="bd7b85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lri_powerpoint_template_apr2013">
  <a:themeElements>
    <a:clrScheme name="Custom 3">
      <a:dk1>
        <a:srgbClr val="000000"/>
      </a:dk1>
      <a:lt1>
        <a:srgbClr val="ffffff"/>
      </a:lt1>
      <a:dk2>
        <a:srgbClr val="3d4859"/>
      </a:dk2>
      <a:lt2>
        <a:srgbClr val="fefbe4"/>
      </a:lt2>
      <a:accent1>
        <a:srgbClr val="69303d"/>
      </a:accent1>
      <a:accent2>
        <a:srgbClr val="b65033"/>
      </a:accent2>
      <a:accent3>
        <a:srgbClr val="eca041"/>
      </a:accent3>
      <a:accent4>
        <a:srgbClr val="444d63"/>
      </a:accent4>
      <a:accent5>
        <a:srgbClr val="8298a8"/>
      </a:accent5>
      <a:accent6>
        <a:srgbClr val="a3a470"/>
      </a:accent6>
      <a:hlink>
        <a:srgbClr val="762123"/>
      </a:hlink>
      <a:folHlink>
        <a:srgbClr val="bd7b85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lri_powerpoint_template_apr2013">
  <a:themeElements>
    <a:clrScheme name="Custom 3">
      <a:dk1>
        <a:srgbClr val="000000"/>
      </a:dk1>
      <a:lt1>
        <a:srgbClr val="ffffff"/>
      </a:lt1>
      <a:dk2>
        <a:srgbClr val="3d4859"/>
      </a:dk2>
      <a:lt2>
        <a:srgbClr val="fefbe4"/>
      </a:lt2>
      <a:accent1>
        <a:srgbClr val="69303d"/>
      </a:accent1>
      <a:accent2>
        <a:srgbClr val="b65033"/>
      </a:accent2>
      <a:accent3>
        <a:srgbClr val="eca041"/>
      </a:accent3>
      <a:accent4>
        <a:srgbClr val="444d63"/>
      </a:accent4>
      <a:accent5>
        <a:srgbClr val="8298a8"/>
      </a:accent5>
      <a:accent6>
        <a:srgbClr val="a3a470"/>
      </a:accent6>
      <a:hlink>
        <a:srgbClr val="762123"/>
      </a:hlink>
      <a:folHlink>
        <a:srgbClr val="bd7b85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ilri_powerpoint_template_apr2013">
  <a:themeElements>
    <a:clrScheme name="Custom 3">
      <a:dk1>
        <a:srgbClr val="000000"/>
      </a:dk1>
      <a:lt1>
        <a:srgbClr val="ffffff"/>
      </a:lt1>
      <a:dk2>
        <a:srgbClr val="3d4859"/>
      </a:dk2>
      <a:lt2>
        <a:srgbClr val="fefbe4"/>
      </a:lt2>
      <a:accent1>
        <a:srgbClr val="69303d"/>
      </a:accent1>
      <a:accent2>
        <a:srgbClr val="b65033"/>
      </a:accent2>
      <a:accent3>
        <a:srgbClr val="eca041"/>
      </a:accent3>
      <a:accent4>
        <a:srgbClr val="444d63"/>
      </a:accent4>
      <a:accent5>
        <a:srgbClr val="8298a8"/>
      </a:accent5>
      <a:accent6>
        <a:srgbClr val="a3a470"/>
      </a:accent6>
      <a:hlink>
        <a:srgbClr val="762123"/>
      </a:hlink>
      <a:folHlink>
        <a:srgbClr val="bd7b85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ilri_powerpoint_template_apr2013">
  <a:themeElements>
    <a:clrScheme name="Custom 3">
      <a:dk1>
        <a:srgbClr val="000000"/>
      </a:dk1>
      <a:lt1>
        <a:srgbClr val="ffffff"/>
      </a:lt1>
      <a:dk2>
        <a:srgbClr val="3d4859"/>
      </a:dk2>
      <a:lt2>
        <a:srgbClr val="fefbe4"/>
      </a:lt2>
      <a:accent1>
        <a:srgbClr val="69303d"/>
      </a:accent1>
      <a:accent2>
        <a:srgbClr val="b65033"/>
      </a:accent2>
      <a:accent3>
        <a:srgbClr val="eca041"/>
      </a:accent3>
      <a:accent4>
        <a:srgbClr val="444d63"/>
      </a:accent4>
      <a:accent5>
        <a:srgbClr val="8298a8"/>
      </a:accent5>
      <a:accent6>
        <a:srgbClr val="a3a470"/>
      </a:accent6>
      <a:hlink>
        <a:srgbClr val="762123"/>
      </a:hlink>
      <a:folHlink>
        <a:srgbClr val="bd7b85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ilri_powerpoint_template_apr2013">
  <a:themeElements>
    <a:clrScheme name="Custom 3">
      <a:dk1>
        <a:srgbClr val="000000"/>
      </a:dk1>
      <a:lt1>
        <a:srgbClr val="ffffff"/>
      </a:lt1>
      <a:dk2>
        <a:srgbClr val="3d4859"/>
      </a:dk2>
      <a:lt2>
        <a:srgbClr val="fefbe4"/>
      </a:lt2>
      <a:accent1>
        <a:srgbClr val="69303d"/>
      </a:accent1>
      <a:accent2>
        <a:srgbClr val="b65033"/>
      </a:accent2>
      <a:accent3>
        <a:srgbClr val="eca041"/>
      </a:accent3>
      <a:accent4>
        <a:srgbClr val="444d63"/>
      </a:accent4>
      <a:accent5>
        <a:srgbClr val="8298a8"/>
      </a:accent5>
      <a:accent6>
        <a:srgbClr val="a3a470"/>
      </a:accent6>
      <a:hlink>
        <a:srgbClr val="762123"/>
      </a:hlink>
      <a:folHlink>
        <a:srgbClr val="bd7b85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ilri_powerpoint_template_apr2013">
  <a:themeElements>
    <a:clrScheme name="Custom 3">
      <a:dk1>
        <a:srgbClr val="000000"/>
      </a:dk1>
      <a:lt1>
        <a:srgbClr val="ffffff"/>
      </a:lt1>
      <a:dk2>
        <a:srgbClr val="3d4859"/>
      </a:dk2>
      <a:lt2>
        <a:srgbClr val="fefbe4"/>
      </a:lt2>
      <a:accent1>
        <a:srgbClr val="69303d"/>
      </a:accent1>
      <a:accent2>
        <a:srgbClr val="b65033"/>
      </a:accent2>
      <a:accent3>
        <a:srgbClr val="eca041"/>
      </a:accent3>
      <a:accent4>
        <a:srgbClr val="444d63"/>
      </a:accent4>
      <a:accent5>
        <a:srgbClr val="8298a8"/>
      </a:accent5>
      <a:accent6>
        <a:srgbClr val="a3a470"/>
      </a:accent6>
      <a:hlink>
        <a:srgbClr val="762123"/>
      </a:hlink>
      <a:folHlink>
        <a:srgbClr val="bd7b85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ilri_powerpoint_template_apr2013">
  <a:themeElements>
    <a:clrScheme name="Custom 3">
      <a:dk1>
        <a:srgbClr val="000000"/>
      </a:dk1>
      <a:lt1>
        <a:srgbClr val="ffffff"/>
      </a:lt1>
      <a:dk2>
        <a:srgbClr val="3d4859"/>
      </a:dk2>
      <a:lt2>
        <a:srgbClr val="fefbe4"/>
      </a:lt2>
      <a:accent1>
        <a:srgbClr val="69303d"/>
      </a:accent1>
      <a:accent2>
        <a:srgbClr val="b65033"/>
      </a:accent2>
      <a:accent3>
        <a:srgbClr val="eca041"/>
      </a:accent3>
      <a:accent4>
        <a:srgbClr val="444d63"/>
      </a:accent4>
      <a:accent5>
        <a:srgbClr val="8298a8"/>
      </a:accent5>
      <a:accent6>
        <a:srgbClr val="a3a470"/>
      </a:accent6>
      <a:hlink>
        <a:srgbClr val="762123"/>
      </a:hlink>
      <a:folHlink>
        <a:srgbClr val="bd7b85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ilri_powerpoint_template_apr2013">
  <a:themeElements>
    <a:clrScheme name="Custom 3">
      <a:dk1>
        <a:srgbClr val="000000"/>
      </a:dk1>
      <a:lt1>
        <a:srgbClr val="ffffff"/>
      </a:lt1>
      <a:dk2>
        <a:srgbClr val="3d4859"/>
      </a:dk2>
      <a:lt2>
        <a:srgbClr val="fefbe4"/>
      </a:lt2>
      <a:accent1>
        <a:srgbClr val="69303d"/>
      </a:accent1>
      <a:accent2>
        <a:srgbClr val="b65033"/>
      </a:accent2>
      <a:accent3>
        <a:srgbClr val="eca041"/>
      </a:accent3>
      <a:accent4>
        <a:srgbClr val="444d63"/>
      </a:accent4>
      <a:accent5>
        <a:srgbClr val="8298a8"/>
      </a:accent5>
      <a:accent6>
        <a:srgbClr val="a3a470"/>
      </a:accent6>
      <a:hlink>
        <a:srgbClr val="762123"/>
      </a:hlink>
      <a:folHlink>
        <a:srgbClr val="bd7b85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ilri_powerpoint_template_apr2013">
  <a:themeElements>
    <a:clrScheme name="Custom 3">
      <a:dk1>
        <a:srgbClr val="000000"/>
      </a:dk1>
      <a:lt1>
        <a:srgbClr val="ffffff"/>
      </a:lt1>
      <a:dk2>
        <a:srgbClr val="3d4859"/>
      </a:dk2>
      <a:lt2>
        <a:srgbClr val="fefbe4"/>
      </a:lt2>
      <a:accent1>
        <a:srgbClr val="69303d"/>
      </a:accent1>
      <a:accent2>
        <a:srgbClr val="b65033"/>
      </a:accent2>
      <a:accent3>
        <a:srgbClr val="eca041"/>
      </a:accent3>
      <a:accent4>
        <a:srgbClr val="444d63"/>
      </a:accent4>
      <a:accent5>
        <a:srgbClr val="8298a8"/>
      </a:accent5>
      <a:accent6>
        <a:srgbClr val="a3a470"/>
      </a:accent6>
      <a:hlink>
        <a:srgbClr val="762123"/>
      </a:hlink>
      <a:folHlink>
        <a:srgbClr val="bd7b85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ilri_powerpoint_template_apr2013">
  <a:themeElements>
    <a:clrScheme name="Custom 3">
      <a:dk1>
        <a:srgbClr val="000000"/>
      </a:dk1>
      <a:lt1>
        <a:srgbClr val="ffffff"/>
      </a:lt1>
      <a:dk2>
        <a:srgbClr val="3d4859"/>
      </a:dk2>
      <a:lt2>
        <a:srgbClr val="fefbe4"/>
      </a:lt2>
      <a:accent1>
        <a:srgbClr val="69303d"/>
      </a:accent1>
      <a:accent2>
        <a:srgbClr val="b65033"/>
      </a:accent2>
      <a:accent3>
        <a:srgbClr val="eca041"/>
      </a:accent3>
      <a:accent4>
        <a:srgbClr val="444d63"/>
      </a:accent4>
      <a:accent5>
        <a:srgbClr val="8298a8"/>
      </a:accent5>
      <a:accent6>
        <a:srgbClr val="a3a470"/>
      </a:accent6>
      <a:hlink>
        <a:srgbClr val="762123"/>
      </a:hlink>
      <a:folHlink>
        <a:srgbClr val="bd7b85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ilri_powerpoint_template_apr2013">
  <a:themeElements>
    <a:clrScheme name="Custom 3">
      <a:dk1>
        <a:srgbClr val="000000"/>
      </a:dk1>
      <a:lt1>
        <a:srgbClr val="ffffff"/>
      </a:lt1>
      <a:dk2>
        <a:srgbClr val="3d4859"/>
      </a:dk2>
      <a:lt2>
        <a:srgbClr val="fefbe4"/>
      </a:lt2>
      <a:accent1>
        <a:srgbClr val="69303d"/>
      </a:accent1>
      <a:accent2>
        <a:srgbClr val="b65033"/>
      </a:accent2>
      <a:accent3>
        <a:srgbClr val="eca041"/>
      </a:accent3>
      <a:accent4>
        <a:srgbClr val="444d63"/>
      </a:accent4>
      <a:accent5>
        <a:srgbClr val="8298a8"/>
      </a:accent5>
      <a:accent6>
        <a:srgbClr val="a3a470"/>
      </a:accent6>
      <a:hlink>
        <a:srgbClr val="762123"/>
      </a:hlink>
      <a:folHlink>
        <a:srgbClr val="bd7b85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ilri_powerpoint_template_apr2013">
  <a:themeElements>
    <a:clrScheme name="Custom 3">
      <a:dk1>
        <a:srgbClr val="000000"/>
      </a:dk1>
      <a:lt1>
        <a:srgbClr val="ffffff"/>
      </a:lt1>
      <a:dk2>
        <a:srgbClr val="3d4859"/>
      </a:dk2>
      <a:lt2>
        <a:srgbClr val="fefbe4"/>
      </a:lt2>
      <a:accent1>
        <a:srgbClr val="69303d"/>
      </a:accent1>
      <a:accent2>
        <a:srgbClr val="b65033"/>
      </a:accent2>
      <a:accent3>
        <a:srgbClr val="eca041"/>
      </a:accent3>
      <a:accent4>
        <a:srgbClr val="444d63"/>
      </a:accent4>
      <a:accent5>
        <a:srgbClr val="8298a8"/>
      </a:accent5>
      <a:accent6>
        <a:srgbClr val="a3a470"/>
      </a:accent6>
      <a:hlink>
        <a:srgbClr val="762123"/>
      </a:hlink>
      <a:folHlink>
        <a:srgbClr val="bd7b85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ilri_powerpoint_template_apr2013">
  <a:themeElements>
    <a:clrScheme name="Custom 3">
      <a:dk1>
        <a:srgbClr val="000000"/>
      </a:dk1>
      <a:lt1>
        <a:srgbClr val="ffffff"/>
      </a:lt1>
      <a:dk2>
        <a:srgbClr val="3d4859"/>
      </a:dk2>
      <a:lt2>
        <a:srgbClr val="fefbe4"/>
      </a:lt2>
      <a:accent1>
        <a:srgbClr val="69303d"/>
      </a:accent1>
      <a:accent2>
        <a:srgbClr val="b65033"/>
      </a:accent2>
      <a:accent3>
        <a:srgbClr val="eca041"/>
      </a:accent3>
      <a:accent4>
        <a:srgbClr val="444d63"/>
      </a:accent4>
      <a:accent5>
        <a:srgbClr val="8298a8"/>
      </a:accent5>
      <a:accent6>
        <a:srgbClr val="a3a470"/>
      </a:accent6>
      <a:hlink>
        <a:srgbClr val="762123"/>
      </a:hlink>
      <a:folHlink>
        <a:srgbClr val="bd7b85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ilri_powerpoint_template_apr2013">
  <a:themeElements>
    <a:clrScheme name="Custom 3">
      <a:dk1>
        <a:srgbClr val="000000"/>
      </a:dk1>
      <a:lt1>
        <a:srgbClr val="ffffff"/>
      </a:lt1>
      <a:dk2>
        <a:srgbClr val="3d4859"/>
      </a:dk2>
      <a:lt2>
        <a:srgbClr val="fefbe4"/>
      </a:lt2>
      <a:accent1>
        <a:srgbClr val="69303d"/>
      </a:accent1>
      <a:accent2>
        <a:srgbClr val="b65033"/>
      </a:accent2>
      <a:accent3>
        <a:srgbClr val="eca041"/>
      </a:accent3>
      <a:accent4>
        <a:srgbClr val="444d63"/>
      </a:accent4>
      <a:accent5>
        <a:srgbClr val="8298a8"/>
      </a:accent5>
      <a:accent6>
        <a:srgbClr val="a3a470"/>
      </a:accent6>
      <a:hlink>
        <a:srgbClr val="762123"/>
      </a:hlink>
      <a:folHlink>
        <a:srgbClr val="bd7b85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ilri_powerpoint_template_apr2013">
  <a:themeElements>
    <a:clrScheme name="Custom 3">
      <a:dk1>
        <a:srgbClr val="000000"/>
      </a:dk1>
      <a:lt1>
        <a:srgbClr val="ffffff"/>
      </a:lt1>
      <a:dk2>
        <a:srgbClr val="3d4859"/>
      </a:dk2>
      <a:lt2>
        <a:srgbClr val="fefbe4"/>
      </a:lt2>
      <a:accent1>
        <a:srgbClr val="69303d"/>
      </a:accent1>
      <a:accent2>
        <a:srgbClr val="b65033"/>
      </a:accent2>
      <a:accent3>
        <a:srgbClr val="eca041"/>
      </a:accent3>
      <a:accent4>
        <a:srgbClr val="444d63"/>
      </a:accent4>
      <a:accent5>
        <a:srgbClr val="8298a8"/>
      </a:accent5>
      <a:accent6>
        <a:srgbClr val="a3a470"/>
      </a:accent6>
      <a:hlink>
        <a:srgbClr val="762123"/>
      </a:hlink>
      <a:folHlink>
        <a:srgbClr val="bd7b85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ilri_powerpoint_template_apr2013">
  <a:themeElements>
    <a:clrScheme name="Custom 3">
      <a:dk1>
        <a:srgbClr val="000000"/>
      </a:dk1>
      <a:lt1>
        <a:srgbClr val="ffffff"/>
      </a:lt1>
      <a:dk2>
        <a:srgbClr val="3d4859"/>
      </a:dk2>
      <a:lt2>
        <a:srgbClr val="fefbe4"/>
      </a:lt2>
      <a:accent1>
        <a:srgbClr val="69303d"/>
      </a:accent1>
      <a:accent2>
        <a:srgbClr val="b65033"/>
      </a:accent2>
      <a:accent3>
        <a:srgbClr val="eca041"/>
      </a:accent3>
      <a:accent4>
        <a:srgbClr val="444d63"/>
      </a:accent4>
      <a:accent5>
        <a:srgbClr val="8298a8"/>
      </a:accent5>
      <a:accent6>
        <a:srgbClr val="a3a470"/>
      </a:accent6>
      <a:hlink>
        <a:srgbClr val="762123"/>
      </a:hlink>
      <a:folHlink>
        <a:srgbClr val="bd7b85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ilri_powerpoint_template_apr2013">
  <a:themeElements>
    <a:clrScheme name="Custom 3">
      <a:dk1>
        <a:srgbClr val="000000"/>
      </a:dk1>
      <a:lt1>
        <a:srgbClr val="ffffff"/>
      </a:lt1>
      <a:dk2>
        <a:srgbClr val="3d4859"/>
      </a:dk2>
      <a:lt2>
        <a:srgbClr val="fefbe4"/>
      </a:lt2>
      <a:accent1>
        <a:srgbClr val="69303d"/>
      </a:accent1>
      <a:accent2>
        <a:srgbClr val="b65033"/>
      </a:accent2>
      <a:accent3>
        <a:srgbClr val="eca041"/>
      </a:accent3>
      <a:accent4>
        <a:srgbClr val="444d63"/>
      </a:accent4>
      <a:accent5>
        <a:srgbClr val="8298a8"/>
      </a:accent5>
      <a:accent6>
        <a:srgbClr val="a3a470"/>
      </a:accent6>
      <a:hlink>
        <a:srgbClr val="762123"/>
      </a:hlink>
      <a:folHlink>
        <a:srgbClr val="bd7b85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ilri_powerpoint_template_apr2013">
  <a:themeElements>
    <a:clrScheme name="Custom 3">
      <a:dk1>
        <a:srgbClr val="000000"/>
      </a:dk1>
      <a:lt1>
        <a:srgbClr val="ffffff"/>
      </a:lt1>
      <a:dk2>
        <a:srgbClr val="3d4859"/>
      </a:dk2>
      <a:lt2>
        <a:srgbClr val="fefbe4"/>
      </a:lt2>
      <a:accent1>
        <a:srgbClr val="69303d"/>
      </a:accent1>
      <a:accent2>
        <a:srgbClr val="b65033"/>
      </a:accent2>
      <a:accent3>
        <a:srgbClr val="eca041"/>
      </a:accent3>
      <a:accent4>
        <a:srgbClr val="444d63"/>
      </a:accent4>
      <a:accent5>
        <a:srgbClr val="8298a8"/>
      </a:accent5>
      <a:accent6>
        <a:srgbClr val="a3a470"/>
      </a:accent6>
      <a:hlink>
        <a:srgbClr val="762123"/>
      </a:hlink>
      <a:folHlink>
        <a:srgbClr val="bd7b85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9151CC3285AB44A726E4FF20DF659B" ma:contentTypeVersion="12" ma:contentTypeDescription="Create a new document." ma:contentTypeScope="" ma:versionID="61e66a5077acdc65f8548716c7a62fa3">
  <xsd:schema xmlns:xsd="http://www.w3.org/2001/XMLSchema" xmlns:xs="http://www.w3.org/2001/XMLSchema" xmlns:p="http://schemas.microsoft.com/office/2006/metadata/properties" xmlns:ns2="9f5e9607-a28b-487e-b093-da60e75ee109" xmlns:ns3="d8ada133-6b60-4b4f-b9cb-7718ee96dc55" targetNamespace="http://schemas.microsoft.com/office/2006/metadata/properties" ma:root="true" ma:fieldsID="63ca966046bec4c7b34d6e1ad562576c" ns2:_="" ns3:_="">
    <xsd:import namespace="9f5e9607-a28b-487e-b093-da60e75ee109"/>
    <xsd:import namespace="d8ada133-6b60-4b4f-b9cb-7718ee96dc5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5e9607-a28b-487e-b093-da60e75ee10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ada133-6b60-4b4f-b9cb-7718ee96dc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EF2A85-305E-4872-962A-A2756340EEC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2A19951-81B1-42CD-8B0C-7606DC69F4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5e9607-a28b-487e-b093-da60e75ee109"/>
    <ds:schemaRef ds:uri="d8ada133-6b60-4b4f-b9cb-7718ee96dc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3EDDCB8-33C0-4213-93E7-2DEABCFEB00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ILRIPPT_jan2021 (3)</Template>
  <TotalTime>46</TotalTime>
  <Application>LibreOffice/24.2.7.2$Linux_X86_64 LibreOffice_project/420$Build-2</Application>
  <AppVersion>15.0000</AppVersion>
  <Words>629</Words>
  <Paragraphs>72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2021-02-01T15:56:45Z</dcterms:created>
  <dc:creator>Mulat, Bizuwork (ILRI)</dc:creator>
  <dc:description/>
  <dc:language>en-GB</dc:language>
  <cp:lastModifiedBy/>
  <dcterms:modified xsi:type="dcterms:W3CDTF">2026-06-11T16:19:07Z</dcterms:modified>
  <cp:revision>3</cp:revision>
  <dc:subject/>
  <dc:title>Title goes here (maximum 3 lines)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0x010100289151CC3285AB44A726E4FF20DF659B</vt:lpwstr>
  </property>
  <property fmtid="{D5CDD505-2E9C-101B-9397-08002B2CF9AE}" pid="3" name="MSIP_Label_80c4d10e-bd94-4e7c-b4a1-fe20ff6d8abe_ActionId">
    <vt:lpwstr>cbbe11e2-0fe5-494a-8c83-7dfdfd3148c5</vt:lpwstr>
  </property>
  <property fmtid="{D5CDD505-2E9C-101B-9397-08002B2CF9AE}" pid="4" name="MSIP_Label_80c4d10e-bd94-4e7c-b4a1-fe20ff6d8abe_ContentBits">
    <vt:lpwstr>0</vt:lpwstr>
  </property>
  <property fmtid="{D5CDD505-2E9C-101B-9397-08002B2CF9AE}" pid="5" name="MSIP_Label_80c4d10e-bd94-4e7c-b4a1-fe20ff6d8abe_Enabled">
    <vt:lpwstr>true</vt:lpwstr>
  </property>
  <property fmtid="{D5CDD505-2E9C-101B-9397-08002B2CF9AE}" pid="6" name="MSIP_Label_80c4d10e-bd94-4e7c-b4a1-fe20ff6d8abe_Method">
    <vt:lpwstr>Standard</vt:lpwstr>
  </property>
  <property fmtid="{D5CDD505-2E9C-101B-9397-08002B2CF9AE}" pid="7" name="MSIP_Label_80c4d10e-bd94-4e7c-b4a1-fe20ff6d8abe_Name">
    <vt:lpwstr>80c4d10e-bd94-4e7c-b4a1-fe20ff6d8abe</vt:lpwstr>
  </property>
  <property fmtid="{D5CDD505-2E9C-101B-9397-08002B2CF9AE}" pid="8" name="MSIP_Label_80c4d10e-bd94-4e7c-b4a1-fe20ff6d8abe_SetDate">
    <vt:lpwstr>2021-01-26T07:19:47Z</vt:lpwstr>
  </property>
  <property fmtid="{D5CDD505-2E9C-101B-9397-08002B2CF9AE}" pid="9" name="MSIP_Label_80c4d10e-bd94-4e7c-b4a1-fe20ff6d8abe_SiteId">
    <vt:lpwstr>6afa0e00-fa14-40b7-8a2e-22a7f8c357d5</vt:lpwstr>
  </property>
  <property fmtid="{D5CDD505-2E9C-101B-9397-08002B2CF9AE}" pid="10" name="Notes">
    <vt:i4>4</vt:i4>
  </property>
  <property fmtid="{D5CDD505-2E9C-101B-9397-08002B2CF9AE}" pid="11" name="PresentationFormat">
    <vt:lpwstr>Widescreen</vt:lpwstr>
  </property>
  <property fmtid="{D5CDD505-2E9C-101B-9397-08002B2CF9AE}" pid="12" name="Slides">
    <vt:i4>21</vt:i4>
  </property>
</Properties>
</file>